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Default Extension="svg" ContentType="image/sv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86" r:id="rId3"/>
    <p:sldId id="257" r:id="rId4"/>
    <p:sldId id="287" r:id="rId5"/>
    <p:sldId id="265" r:id="rId6"/>
    <p:sldId id="269" r:id="rId7"/>
    <p:sldId id="258" r:id="rId8"/>
    <p:sldId id="288" r:id="rId9"/>
    <p:sldId id="259" r:id="rId10"/>
    <p:sldId id="260" r:id="rId11"/>
    <p:sldId id="267" r:id="rId12"/>
    <p:sldId id="261" r:id="rId13"/>
    <p:sldId id="268" r:id="rId14"/>
    <p:sldId id="264" r:id="rId15"/>
    <p:sldId id="270" r:id="rId16"/>
    <p:sldId id="276" r:id="rId17"/>
    <p:sldId id="277" r:id="rId18"/>
    <p:sldId id="285" r:id="rId19"/>
    <p:sldId id="284" r:id="rId20"/>
    <p:sldId id="26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9E782B-151A-7B29-9302-4BAEA840A3E9}" v="124" dt="2025-01-02T17:47:43.489"/>
    <p1510:client id="{19098C4E-7D37-1773-55E5-C2301F0876E0}" v="290" dt="2025-01-03T03:17:54.923"/>
    <p1510:client id="{2935D688-0C19-D631-F071-39BF8B24377E}" v="50" dt="2025-01-02T18:59:58.570"/>
    <p1510:client id="{31C66801-148E-A092-C31F-FA09ADE55CD5}" v="99" dt="2025-01-03T05:00:43.331"/>
    <p1510:client id="{4130A556-6277-B58F-13A6-929508BD7AE8}" v="179" dt="2025-01-02T18:58:18.3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2"/>
          <a:sy n="1" d="2"/>
        </p:scale>
        <p:origin x="-1476" y="-480"/>
      </p:cViewPr>
      <p:guideLst>
        <p:guide orient="horz" pos="2160"/>
        <p:guide pos="384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35"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6DDC8214-CFA7-226E-A8BA-DD9A1C480053}"/>
    <pc:docChg chg="modSld">
      <pc:chgData name="Guest User" userId="" providerId="Windows Live" clId="Web-{6DDC8214-CFA7-226E-A8BA-DD9A1C480053}" dt="2024-12-20T15:41:59.639" v="75"/>
      <pc:docMkLst>
        <pc:docMk/>
      </pc:docMkLst>
      <pc:sldChg chg="modSp">
        <pc:chgData name="Guest User" userId="" providerId="Windows Live" clId="Web-{6DDC8214-CFA7-226E-A8BA-DD9A1C480053}" dt="2024-12-20T15:41:59.639" v="75"/>
        <pc:sldMkLst>
          <pc:docMk/>
          <pc:sldMk cId="109857222" sldId="256"/>
        </pc:sldMkLst>
        <pc:graphicFrameChg chg="mod modGraphic">
          <ac:chgData name="Guest User" userId="" providerId="Windows Live" clId="Web-{6DDC8214-CFA7-226E-A8BA-DD9A1C480053}" dt="2024-12-20T15:41:59.639" v="75"/>
          <ac:graphicFrameMkLst>
            <pc:docMk/>
            <pc:sldMk cId="109857222" sldId="256"/>
            <ac:graphicFrameMk id="29" creationId="{CA2C6F61-DA35-75A8-5F71-80D58F5D87E2}"/>
          </ac:graphicFrameMkLst>
        </pc:graphicFrameChg>
      </pc:sldChg>
    </pc:docChg>
  </pc:docChgLst>
  <pc:docChgLst>
    <pc:chgData name="Guest User" providerId="Windows Live" clId="Web-{8C3038F2-AF76-72BF-8B87-8AFEC0D58983}"/>
    <pc:docChg chg="addSld delSld modSld">
      <pc:chgData name="Guest User" userId="" providerId="Windows Live" clId="Web-{8C3038F2-AF76-72BF-8B87-8AFEC0D58983}" dt="2024-11-17T14:24:12.131" v="401" actId="1076"/>
      <pc:docMkLst>
        <pc:docMk/>
      </pc:docMkLst>
      <pc:sldChg chg="addSp delSp modSp">
        <pc:chgData name="Guest User" userId="" providerId="Windows Live" clId="Web-{8C3038F2-AF76-72BF-8B87-8AFEC0D58983}" dt="2024-11-17T13:53:26.775" v="126"/>
        <pc:sldMkLst>
          <pc:docMk/>
          <pc:sldMk cId="109857222" sldId="256"/>
        </pc:sldMkLst>
        <pc:graphicFrameChg chg="mod modGraphic">
          <ac:chgData name="Guest User" userId="" providerId="Windows Live" clId="Web-{8C3038F2-AF76-72BF-8B87-8AFEC0D58983}" dt="2024-11-17T13:39:46.646" v="114"/>
          <ac:graphicFrameMkLst>
            <pc:docMk/>
            <pc:sldMk cId="109857222" sldId="256"/>
            <ac:graphicFrameMk id="29" creationId="{CA2C6F61-DA35-75A8-5F71-80D58F5D87E2}"/>
          </ac:graphicFrameMkLst>
        </pc:graphicFrameChg>
      </pc:sldChg>
      <pc:sldChg chg="addSp delSp modSp">
        <pc:chgData name="Guest User" userId="" providerId="Windows Live" clId="Web-{8C3038F2-AF76-72BF-8B87-8AFEC0D58983}" dt="2024-11-17T14:05:36.417" v="242" actId="1076"/>
        <pc:sldMkLst>
          <pc:docMk/>
          <pc:sldMk cId="3025577321" sldId="258"/>
        </pc:sldMkLst>
        <pc:spChg chg="add mod">
          <ac:chgData name="Guest User" userId="" providerId="Windows Live" clId="Web-{8C3038F2-AF76-72BF-8B87-8AFEC0D58983}" dt="2024-11-17T14:05:33.652" v="241" actId="20577"/>
          <ac:spMkLst>
            <pc:docMk/>
            <pc:sldMk cId="3025577321" sldId="258"/>
            <ac:spMk id="3" creationId="{241B72AD-70C2-669B-135D-F9742908AE37}"/>
          </ac:spMkLst>
        </pc:spChg>
        <pc:spChg chg="add mod">
          <ac:chgData name="Guest User" userId="" providerId="Windows Live" clId="Web-{8C3038F2-AF76-72BF-8B87-8AFEC0D58983}" dt="2024-11-17T14:05:36.417" v="242" actId="1076"/>
          <ac:spMkLst>
            <pc:docMk/>
            <pc:sldMk cId="3025577321" sldId="258"/>
            <ac:spMk id="4" creationId="{B0C8636C-F160-C067-03D3-6B8AE18A40FF}"/>
          </ac:spMkLst>
        </pc:spChg>
      </pc:sldChg>
      <pc:sldChg chg="addSp delSp modSp">
        <pc:chgData name="Guest User" userId="" providerId="Windows Live" clId="Web-{8C3038F2-AF76-72BF-8B87-8AFEC0D58983}" dt="2024-11-17T14:05:54.012" v="249" actId="20577"/>
        <pc:sldMkLst>
          <pc:docMk/>
          <pc:sldMk cId="776863926" sldId="259"/>
        </pc:sldMkLst>
        <pc:spChg chg="add mod">
          <ac:chgData name="Guest User" userId="" providerId="Windows Live" clId="Web-{8C3038F2-AF76-72BF-8B87-8AFEC0D58983}" dt="2024-11-17T14:05:50.808" v="247" actId="20577"/>
          <ac:spMkLst>
            <pc:docMk/>
            <pc:sldMk cId="776863926" sldId="259"/>
            <ac:spMk id="5" creationId="{3DE36F7D-0BE7-D633-82CC-7028F53ACAED}"/>
          </ac:spMkLst>
        </pc:spChg>
        <pc:spChg chg="add mod">
          <ac:chgData name="Guest User" userId="" providerId="Windows Live" clId="Web-{8C3038F2-AF76-72BF-8B87-8AFEC0D58983}" dt="2024-11-17T14:05:54.012" v="249" actId="20577"/>
          <ac:spMkLst>
            <pc:docMk/>
            <pc:sldMk cId="776863926" sldId="259"/>
            <ac:spMk id="6" creationId="{82A684D8-B289-A045-7F39-7C83CD6271CA}"/>
          </ac:spMkLst>
        </pc:spChg>
      </pc:sldChg>
      <pc:sldChg chg="addSp delSp modSp">
        <pc:chgData name="Guest User" userId="" providerId="Windows Live" clId="Web-{8C3038F2-AF76-72BF-8B87-8AFEC0D58983}" dt="2024-11-17T14:07:36.030" v="250"/>
        <pc:sldMkLst>
          <pc:docMk/>
          <pc:sldMk cId="959713195" sldId="264"/>
        </pc:sldMkLst>
      </pc:sldChg>
      <pc:sldChg chg="addSp delSp modSp mod setBg">
        <pc:chgData name="Guest User" userId="" providerId="Windows Live" clId="Web-{8C3038F2-AF76-72BF-8B87-8AFEC0D58983}" dt="2024-11-17T13:33:33.747" v="79"/>
        <pc:sldMkLst>
          <pc:docMk/>
          <pc:sldMk cId="3132253772" sldId="265"/>
        </pc:sldMkLst>
        <pc:spChg chg="mod">
          <ac:chgData name="Guest User" userId="" providerId="Windows Live" clId="Web-{8C3038F2-AF76-72BF-8B87-8AFEC0D58983}" dt="2024-11-17T13:33:12.590" v="75"/>
          <ac:spMkLst>
            <pc:docMk/>
            <pc:sldMk cId="3132253772" sldId="265"/>
            <ac:spMk id="2" creationId="{05251317-DBD6-3C33-31F1-154DC4E702D2}"/>
          </ac:spMkLst>
        </pc:spChg>
        <pc:spChg chg="add">
          <ac:chgData name="Guest User" userId="" providerId="Windows Live" clId="Web-{8C3038F2-AF76-72BF-8B87-8AFEC0D58983}" dt="2024-11-17T13:33:12.590" v="75"/>
          <ac:spMkLst>
            <pc:docMk/>
            <pc:sldMk cId="3132253772" sldId="265"/>
            <ac:spMk id="38" creationId="{35DB3719-6FDC-4E5D-891D-FF40B7300F64}"/>
          </ac:spMkLst>
        </pc:spChg>
        <pc:spChg chg="add">
          <ac:chgData name="Guest User" userId="" providerId="Windows Live" clId="Web-{8C3038F2-AF76-72BF-8B87-8AFEC0D58983}" dt="2024-11-17T13:33:12.590" v="75"/>
          <ac:spMkLst>
            <pc:docMk/>
            <pc:sldMk cId="3132253772" sldId="265"/>
            <ac:spMk id="39" creationId="{E0CBAC23-2E3F-4A90-BA59-F8299F6A5439}"/>
          </ac:spMkLst>
        </pc:spChg>
        <pc:graphicFrameChg chg="mod modGraphic">
          <ac:chgData name="Guest User" userId="" providerId="Windows Live" clId="Web-{8C3038F2-AF76-72BF-8B87-8AFEC0D58983}" dt="2024-11-17T13:33:33.747" v="79"/>
          <ac:graphicFrameMkLst>
            <pc:docMk/>
            <pc:sldMk cId="3132253772" sldId="265"/>
            <ac:graphicFrameMk id="4" creationId="{F275EB5C-5754-6453-538F-6EBB8411CDF7}"/>
          </ac:graphicFrameMkLst>
        </pc:graphicFrameChg>
      </pc:sldChg>
      <pc:sldChg chg="addSp delSp modSp mod setBg">
        <pc:chgData name="Guest User" userId="" providerId="Windows Live" clId="Web-{8C3038F2-AF76-72BF-8B87-8AFEC0D58983}" dt="2024-11-17T13:33:39.919" v="80"/>
        <pc:sldMkLst>
          <pc:docMk/>
          <pc:sldMk cId="3329488942" sldId="269"/>
        </pc:sldMkLst>
        <pc:spChg chg="add">
          <ac:chgData name="Guest User" userId="" providerId="Windows Live" clId="Web-{8C3038F2-AF76-72BF-8B87-8AFEC0D58983}" dt="2024-11-17T13:33:05.652" v="74"/>
          <ac:spMkLst>
            <pc:docMk/>
            <pc:sldMk cId="3329488942" sldId="269"/>
            <ac:spMk id="70" creationId="{35DB3719-6FDC-4E5D-891D-FF40B7300F64}"/>
          </ac:spMkLst>
        </pc:spChg>
        <pc:spChg chg="add">
          <ac:chgData name="Guest User" userId="" providerId="Windows Live" clId="Web-{8C3038F2-AF76-72BF-8B87-8AFEC0D58983}" dt="2024-11-17T13:33:05.652" v="74"/>
          <ac:spMkLst>
            <pc:docMk/>
            <pc:sldMk cId="3329488942" sldId="269"/>
            <ac:spMk id="71" creationId="{E0CBAC23-2E3F-4A90-BA59-F8299F6A5439}"/>
          </ac:spMkLst>
        </pc:spChg>
        <pc:graphicFrameChg chg="mod modGraphic">
          <ac:chgData name="Guest User" userId="" providerId="Windows Live" clId="Web-{8C3038F2-AF76-72BF-8B87-8AFEC0D58983}" dt="2024-11-17T13:33:39.919" v="80"/>
          <ac:graphicFrameMkLst>
            <pc:docMk/>
            <pc:sldMk cId="3329488942" sldId="269"/>
            <ac:graphicFrameMk id="7" creationId="{673D53D7-D205-E165-2C5E-B5E03E1B820A}"/>
          </ac:graphicFrameMkLst>
        </pc:graphicFrameChg>
      </pc:sldChg>
      <pc:sldChg chg="addSp delSp modSp new mod setBg modClrScheme chgLayout">
        <pc:chgData name="Guest User" userId="" providerId="Windows Live" clId="Web-{8C3038F2-AF76-72BF-8B87-8AFEC0D58983}" dt="2024-11-17T14:22:01.894" v="378" actId="20577"/>
        <pc:sldMkLst>
          <pc:docMk/>
          <pc:sldMk cId="901760683" sldId="270"/>
        </pc:sldMkLst>
      </pc:sldChg>
      <pc:sldChg chg="add del replId">
        <pc:chgData name="Guest User" userId="" providerId="Windows Live" clId="Web-{8C3038F2-AF76-72BF-8B87-8AFEC0D58983}" dt="2024-11-17T13:45:41.780" v="116"/>
        <pc:sldMkLst>
          <pc:docMk/>
          <pc:sldMk cId="3044230033" sldId="270"/>
        </pc:sldMkLst>
      </pc:sldChg>
      <pc:sldChg chg="addSp delSp modSp new mod setBg modClrScheme chgLayout">
        <pc:chgData name="Guest User" userId="" providerId="Windows Live" clId="Web-{8C3038F2-AF76-72BF-8B87-8AFEC0D58983}" dt="2024-11-17T14:24:12.131" v="401" actId="1076"/>
        <pc:sldMkLst>
          <pc:docMk/>
          <pc:sldMk cId="1531892405" sldId="271"/>
        </pc:sldMkLst>
      </pc:sldChg>
    </pc:docChg>
  </pc:docChgLst>
  <pc:docChgLst>
    <pc:chgData name="Guest User" providerId="Windows Live" clId="Web-{CC84DAAA-DBD1-351B-3686-FD741C5BB730}"/>
    <pc:docChg chg="modSld">
      <pc:chgData name="Guest User" userId="" providerId="Windows Live" clId="Web-{CC84DAAA-DBD1-351B-3686-FD741C5BB730}" dt="2024-11-20T14:15:37.222" v="16"/>
      <pc:docMkLst>
        <pc:docMk/>
      </pc:docMkLst>
      <pc:sldChg chg="modTransition">
        <pc:chgData name="Guest User" userId="" providerId="Windows Live" clId="Web-{CC84DAAA-DBD1-351B-3686-FD741C5BB730}" dt="2024-11-20T14:14:50.517" v="0"/>
        <pc:sldMkLst>
          <pc:docMk/>
          <pc:sldMk cId="109857222" sldId="256"/>
        </pc:sldMkLst>
      </pc:sldChg>
      <pc:sldChg chg="modTransition">
        <pc:chgData name="Guest User" userId="" providerId="Windows Live" clId="Web-{CC84DAAA-DBD1-351B-3686-FD741C5BB730}" dt="2024-11-20T14:14:53.392" v="1"/>
        <pc:sldMkLst>
          <pc:docMk/>
          <pc:sldMk cId="3691125139" sldId="257"/>
        </pc:sldMkLst>
      </pc:sldChg>
      <pc:sldChg chg="modTransition">
        <pc:chgData name="Guest User" userId="" providerId="Windows Live" clId="Web-{CC84DAAA-DBD1-351B-3686-FD741C5BB730}" dt="2024-11-20T14:15:01.611" v="4"/>
        <pc:sldMkLst>
          <pc:docMk/>
          <pc:sldMk cId="3025577321" sldId="258"/>
        </pc:sldMkLst>
      </pc:sldChg>
      <pc:sldChg chg="modTransition">
        <pc:chgData name="Guest User" userId="" providerId="Windows Live" clId="Web-{CC84DAAA-DBD1-351B-3686-FD741C5BB730}" dt="2024-11-20T14:15:04.924" v="5"/>
        <pc:sldMkLst>
          <pc:docMk/>
          <pc:sldMk cId="776863926" sldId="259"/>
        </pc:sldMkLst>
      </pc:sldChg>
      <pc:sldChg chg="modTransition">
        <pc:chgData name="Guest User" userId="" providerId="Windows Live" clId="Web-{CC84DAAA-DBD1-351B-3686-FD741C5BB730}" dt="2024-11-20T14:15:07.408" v="6"/>
        <pc:sldMkLst>
          <pc:docMk/>
          <pc:sldMk cId="1942886460" sldId="260"/>
        </pc:sldMkLst>
      </pc:sldChg>
      <pc:sldChg chg="modTransition">
        <pc:chgData name="Guest User" userId="" providerId="Windows Live" clId="Web-{CC84DAAA-DBD1-351B-3686-FD741C5BB730}" dt="2024-11-20T14:15:13.737" v="8"/>
        <pc:sldMkLst>
          <pc:docMk/>
          <pc:sldMk cId="1554164599" sldId="261"/>
        </pc:sldMkLst>
      </pc:sldChg>
      <pc:sldChg chg="modTransition">
        <pc:chgData name="Guest User" userId="" providerId="Windows Live" clId="Web-{CC84DAAA-DBD1-351B-3686-FD741C5BB730}" dt="2024-11-20T14:15:18.799" v="10"/>
        <pc:sldMkLst>
          <pc:docMk/>
          <pc:sldMk cId="3081170701" sldId="262"/>
        </pc:sldMkLst>
      </pc:sldChg>
      <pc:sldChg chg="modTransition">
        <pc:chgData name="Guest User" userId="" providerId="Windows Live" clId="Web-{CC84DAAA-DBD1-351B-3686-FD741C5BB730}" dt="2024-11-20T14:15:21.674" v="11"/>
        <pc:sldMkLst>
          <pc:docMk/>
          <pc:sldMk cId="2872713348" sldId="263"/>
        </pc:sldMkLst>
      </pc:sldChg>
      <pc:sldChg chg="modTransition">
        <pc:chgData name="Guest User" userId="" providerId="Windows Live" clId="Web-{CC84DAAA-DBD1-351B-3686-FD741C5BB730}" dt="2024-11-20T14:15:31.831" v="14"/>
        <pc:sldMkLst>
          <pc:docMk/>
          <pc:sldMk cId="959713195" sldId="264"/>
        </pc:sldMkLst>
      </pc:sldChg>
      <pc:sldChg chg="modTransition">
        <pc:chgData name="Guest User" userId="" providerId="Windows Live" clId="Web-{CC84DAAA-DBD1-351B-3686-FD741C5BB730}" dt="2024-11-20T14:14:55.689" v="2"/>
        <pc:sldMkLst>
          <pc:docMk/>
          <pc:sldMk cId="3132253772" sldId="265"/>
        </pc:sldMkLst>
      </pc:sldChg>
      <pc:sldChg chg="modTransition">
        <pc:chgData name="Guest User" userId="" providerId="Windows Live" clId="Web-{CC84DAAA-DBD1-351B-3686-FD741C5BB730}" dt="2024-11-20T14:15:37.222" v="16"/>
        <pc:sldMkLst>
          <pc:docMk/>
          <pc:sldMk cId="3709733310" sldId="266"/>
        </pc:sldMkLst>
      </pc:sldChg>
      <pc:sldChg chg="modTransition">
        <pc:chgData name="Guest User" userId="" providerId="Windows Live" clId="Web-{CC84DAAA-DBD1-351B-3686-FD741C5BB730}" dt="2024-11-20T14:15:10.268" v="7"/>
        <pc:sldMkLst>
          <pc:docMk/>
          <pc:sldMk cId="1611315192" sldId="267"/>
        </pc:sldMkLst>
      </pc:sldChg>
      <pc:sldChg chg="modTransition">
        <pc:chgData name="Guest User" userId="" providerId="Windows Live" clId="Web-{CC84DAAA-DBD1-351B-3686-FD741C5BB730}" dt="2024-11-20T14:15:16.643" v="9"/>
        <pc:sldMkLst>
          <pc:docMk/>
          <pc:sldMk cId="1467377479" sldId="268"/>
        </pc:sldMkLst>
      </pc:sldChg>
      <pc:sldChg chg="modTransition">
        <pc:chgData name="Guest User" userId="" providerId="Windows Live" clId="Web-{CC84DAAA-DBD1-351B-3686-FD741C5BB730}" dt="2024-11-20T14:14:58.674" v="3"/>
        <pc:sldMkLst>
          <pc:docMk/>
          <pc:sldMk cId="3329488942" sldId="269"/>
        </pc:sldMkLst>
      </pc:sldChg>
      <pc:sldChg chg="modTransition">
        <pc:chgData name="Guest User" userId="" providerId="Windows Live" clId="Web-{CC84DAAA-DBD1-351B-3686-FD741C5BB730}" dt="2024-11-20T14:15:25.128" v="12"/>
        <pc:sldMkLst>
          <pc:docMk/>
          <pc:sldMk cId="901760683" sldId="270"/>
        </pc:sldMkLst>
      </pc:sldChg>
      <pc:sldChg chg="modTransition">
        <pc:chgData name="Guest User" userId="" providerId="Windows Live" clId="Web-{CC84DAAA-DBD1-351B-3686-FD741C5BB730}" dt="2024-11-20T14:15:27.956" v="13"/>
        <pc:sldMkLst>
          <pc:docMk/>
          <pc:sldMk cId="1531892405" sldId="271"/>
        </pc:sldMkLst>
      </pc:sldChg>
    </pc:docChg>
  </pc:docChgLst>
  <pc:docChgLst>
    <pc:chgData name="Guest User" providerId="Windows Live" clId="Web-{BD7B982D-0F70-10ED-9E91-FB2CE9407D4C}"/>
    <pc:docChg chg="modSld sldOrd">
      <pc:chgData name="Guest User" userId="" providerId="Windows Live" clId="Web-{BD7B982D-0F70-10ED-9E91-FB2CE9407D4C}" dt="2024-11-22T02:19:45.655" v="479"/>
      <pc:docMkLst>
        <pc:docMk/>
      </pc:docMkLst>
      <pc:sldChg chg="ord">
        <pc:chgData name="Guest User" userId="" providerId="Windows Live" clId="Web-{BD7B982D-0F70-10ED-9E91-FB2CE9407D4C}" dt="2024-11-22T02:19:39.608" v="478"/>
        <pc:sldMkLst>
          <pc:docMk/>
          <pc:sldMk cId="3691125139" sldId="257"/>
        </pc:sldMkLst>
      </pc:sldChg>
      <pc:sldChg chg="modSp ord">
        <pc:chgData name="Guest User" userId="" providerId="Windows Live" clId="Web-{BD7B982D-0F70-10ED-9E91-FB2CE9407D4C}" dt="2024-11-22T02:19:45.655" v="479"/>
        <pc:sldMkLst>
          <pc:docMk/>
          <pc:sldMk cId="3132253772" sldId="265"/>
        </pc:sldMkLst>
        <pc:spChg chg="mod">
          <ac:chgData name="Guest User" userId="" providerId="Windows Live" clId="Web-{BD7B982D-0F70-10ED-9E91-FB2CE9407D4C}" dt="2024-11-22T02:02:33.251" v="162" actId="1076"/>
          <ac:spMkLst>
            <pc:docMk/>
            <pc:sldMk cId="3132253772" sldId="265"/>
            <ac:spMk id="2" creationId="{05251317-DBD6-3C33-31F1-154DC4E702D2}"/>
          </ac:spMkLst>
        </pc:spChg>
        <pc:graphicFrameChg chg="mod modGraphic">
          <ac:chgData name="Guest User" userId="" providerId="Windows Live" clId="Web-{BD7B982D-0F70-10ED-9E91-FB2CE9407D4C}" dt="2024-11-22T02:18:39.059" v="423"/>
          <ac:graphicFrameMkLst>
            <pc:docMk/>
            <pc:sldMk cId="3132253772" sldId="265"/>
            <ac:graphicFrameMk id="4" creationId="{F275EB5C-5754-6453-538F-6EBB8411CDF7}"/>
          </ac:graphicFrameMkLst>
        </pc:graphicFrameChg>
      </pc:sldChg>
      <pc:sldChg chg="modSp">
        <pc:chgData name="Guest User" userId="" providerId="Windows Live" clId="Web-{BD7B982D-0F70-10ED-9E91-FB2CE9407D4C}" dt="2024-11-22T02:19:31.748" v="476" actId="1076"/>
        <pc:sldMkLst>
          <pc:docMk/>
          <pc:sldMk cId="3329488942" sldId="269"/>
        </pc:sldMkLst>
        <pc:graphicFrameChg chg="mod modGraphic">
          <ac:chgData name="Guest User" userId="" providerId="Windows Live" clId="Web-{BD7B982D-0F70-10ED-9E91-FB2CE9407D4C}" dt="2024-11-22T02:19:31.748" v="476" actId="1076"/>
          <ac:graphicFrameMkLst>
            <pc:docMk/>
            <pc:sldMk cId="3329488942" sldId="269"/>
            <ac:graphicFrameMk id="7" creationId="{673D53D7-D205-E165-2C5E-B5E03E1B820A}"/>
          </ac:graphicFrameMkLst>
        </pc:graphicFrameChg>
      </pc:sldChg>
    </pc:docChg>
  </pc:docChgLst>
  <pc:docChgLst>
    <pc:chgData clId="Web-{EF123102-02B8-BAC1-26AD-A2D8A954060C}"/>
    <pc:docChg chg="modSld">
      <pc:chgData name="" userId="" providerId="" clId="Web-{EF123102-02B8-BAC1-26AD-A2D8A954060C}" dt="2024-11-22T13:32:02.802" v="3"/>
      <pc:docMkLst>
        <pc:docMk/>
      </pc:docMkLst>
      <pc:sldChg chg="modSp">
        <pc:chgData name="" userId="" providerId="" clId="Web-{EF123102-02B8-BAC1-26AD-A2D8A954060C}" dt="2024-11-22T13:32:02.802" v="3"/>
        <pc:sldMkLst>
          <pc:docMk/>
          <pc:sldMk cId="109857222" sldId="256"/>
        </pc:sldMkLst>
        <pc:graphicFrameChg chg="mod modGraphic">
          <ac:chgData name="" userId="" providerId="" clId="Web-{EF123102-02B8-BAC1-26AD-A2D8A954060C}" dt="2024-11-22T13:32:02.802" v="3"/>
          <ac:graphicFrameMkLst>
            <pc:docMk/>
            <pc:sldMk cId="109857222" sldId="256"/>
            <ac:graphicFrameMk id="29" creationId="{CA2C6F61-DA35-75A8-5F71-80D58F5D87E2}"/>
          </ac:graphicFrameMkLst>
        </pc:graphicFrameChg>
      </pc:sldChg>
    </pc:docChg>
  </pc:docChgLst>
  <pc:docChgLst>
    <pc:chgData name="Rohan Kulkarni" userId="158c3e823b2884bc" providerId="Windows Live" clId="Web-{C8397D36-59D1-F22D-1EFA-FA95F3929898}"/>
    <pc:docChg chg="modSld">
      <pc:chgData name="Rohan Kulkarni" userId="158c3e823b2884bc" providerId="Windows Live" clId="Web-{C8397D36-59D1-F22D-1EFA-FA95F3929898}" dt="2024-11-17T16:51:06.205" v="28"/>
      <pc:docMkLst>
        <pc:docMk/>
      </pc:docMkLst>
      <pc:sldChg chg="modSp modTransition">
        <pc:chgData name="Rohan Kulkarni" userId="158c3e823b2884bc" providerId="Windows Live" clId="Web-{C8397D36-59D1-F22D-1EFA-FA95F3929898}" dt="2024-11-17T16:51:02.845" v="27"/>
        <pc:sldMkLst>
          <pc:docMk/>
          <pc:sldMk cId="901760683" sldId="270"/>
        </pc:sldMkLst>
      </pc:sldChg>
      <pc:sldChg chg="modSp modTransition">
        <pc:chgData name="Rohan Kulkarni" userId="158c3e823b2884bc" providerId="Windows Live" clId="Web-{C8397D36-59D1-F22D-1EFA-FA95F3929898}" dt="2024-11-17T16:51:06.205" v="28"/>
        <pc:sldMkLst>
          <pc:docMk/>
          <pc:sldMk cId="1531892405" sldId="271"/>
        </pc:sldMkLst>
      </pc:sldChg>
    </pc:docChg>
  </pc:docChgLst>
  <pc:docChgLst>
    <pc:chgData name="Rohan Kulkarni" userId="158c3e823b2884bc" providerId="Windows Live" clId="Web-{6522297D-2BF6-C356-1681-DC690418F527}"/>
    <pc:docChg chg="modSld">
      <pc:chgData name="Rohan Kulkarni" userId="158c3e823b2884bc" providerId="Windows Live" clId="Web-{6522297D-2BF6-C356-1681-DC690418F527}" dt="2024-11-21T14:59:02.620" v="40" actId="20577"/>
      <pc:docMkLst>
        <pc:docMk/>
      </pc:docMkLst>
      <pc:sldChg chg="modSp">
        <pc:chgData name="Rohan Kulkarni" userId="158c3e823b2884bc" providerId="Windows Live" clId="Web-{6522297D-2BF6-C356-1681-DC690418F527}" dt="2024-11-21T14:53:11.327" v="0" actId="20577"/>
        <pc:sldMkLst>
          <pc:docMk/>
          <pc:sldMk cId="3691125139" sldId="257"/>
        </pc:sldMkLst>
        <pc:spChg chg="mod">
          <ac:chgData name="Rohan Kulkarni" userId="158c3e823b2884bc" providerId="Windows Live" clId="Web-{6522297D-2BF6-C356-1681-DC690418F527}" dt="2024-11-21T14:53:11.327" v="0" actId="20577"/>
          <ac:spMkLst>
            <pc:docMk/>
            <pc:sldMk cId="3691125139" sldId="257"/>
            <ac:spMk id="3" creationId="{CA69C05F-5D91-AB5C-50ED-81F668886532}"/>
          </ac:spMkLst>
        </pc:spChg>
      </pc:sldChg>
      <pc:sldChg chg="modSp">
        <pc:chgData name="Rohan Kulkarni" userId="158c3e823b2884bc" providerId="Windows Live" clId="Web-{6522297D-2BF6-C356-1681-DC690418F527}" dt="2024-11-21T14:59:02.620" v="40" actId="20577"/>
        <pc:sldMkLst>
          <pc:docMk/>
          <pc:sldMk cId="776863926" sldId="259"/>
        </pc:sldMkLst>
        <pc:spChg chg="mod">
          <ac:chgData name="Rohan Kulkarni" userId="158c3e823b2884bc" providerId="Windows Live" clId="Web-{6522297D-2BF6-C356-1681-DC690418F527}" dt="2024-11-21T14:59:02.620" v="40" actId="20577"/>
          <ac:spMkLst>
            <pc:docMk/>
            <pc:sldMk cId="776863926" sldId="259"/>
            <ac:spMk id="5" creationId="{3DE36F7D-0BE7-D633-82CC-7028F53ACAED}"/>
          </ac:spMkLst>
        </pc:spChg>
      </pc:sldChg>
    </pc:docChg>
  </pc:docChgLst>
  <pc:docChgLst>
    <pc:chgData name="Rohan Kulkarni" userId="158c3e823b2884bc" providerId="Windows Live" clId="Web-{C79E2EE6-CD9E-7459-B1FB-6DDFF3E5F748}"/>
    <pc:docChg chg="addSld modSld">
      <pc:chgData name="Rohan Kulkarni" userId="158c3e823b2884bc" providerId="Windows Live" clId="Web-{C79E2EE6-CD9E-7459-B1FB-6DDFF3E5F748}" dt="2024-11-10T08:23:28.500" v="29"/>
      <pc:docMkLst>
        <pc:docMk/>
      </pc:docMkLst>
      <pc:sldChg chg="modTransition">
        <pc:chgData name="Rohan Kulkarni" userId="158c3e823b2884bc" providerId="Windows Live" clId="Web-{C79E2EE6-CD9E-7459-B1FB-6DDFF3E5F748}" dt="2024-11-10T08:18:19.638" v="3"/>
        <pc:sldMkLst>
          <pc:docMk/>
          <pc:sldMk cId="109857222" sldId="256"/>
        </pc:sldMkLst>
      </pc:sldChg>
      <pc:sldChg chg="modTransition">
        <pc:chgData name="Rohan Kulkarni" userId="158c3e823b2884bc" providerId="Windows Live" clId="Web-{C79E2EE6-CD9E-7459-B1FB-6DDFF3E5F748}" dt="2024-11-10T08:18:27.466" v="4"/>
        <pc:sldMkLst>
          <pc:docMk/>
          <pc:sldMk cId="3691125139" sldId="257"/>
        </pc:sldMkLst>
      </pc:sldChg>
      <pc:sldChg chg="modTransition">
        <pc:chgData name="Rohan Kulkarni" userId="158c3e823b2884bc" providerId="Windows Live" clId="Web-{C79E2EE6-CD9E-7459-B1FB-6DDFF3E5F748}" dt="2024-11-10T08:18:37.451" v="6"/>
        <pc:sldMkLst>
          <pc:docMk/>
          <pc:sldMk cId="3025577321" sldId="258"/>
        </pc:sldMkLst>
      </pc:sldChg>
      <pc:sldChg chg="modTransition">
        <pc:chgData name="Rohan Kulkarni" userId="158c3e823b2884bc" providerId="Windows Live" clId="Web-{C79E2EE6-CD9E-7459-B1FB-6DDFF3E5F748}" dt="2024-11-10T08:18:45.748" v="7"/>
        <pc:sldMkLst>
          <pc:docMk/>
          <pc:sldMk cId="776863926" sldId="259"/>
        </pc:sldMkLst>
      </pc:sldChg>
      <pc:sldChg chg="modTransition">
        <pc:chgData name="Rohan Kulkarni" userId="158c3e823b2884bc" providerId="Windows Live" clId="Web-{C79E2EE6-CD9E-7459-B1FB-6DDFF3E5F748}" dt="2024-11-10T08:21:05.264" v="27"/>
        <pc:sldMkLst>
          <pc:docMk/>
          <pc:sldMk cId="1942886460" sldId="260"/>
        </pc:sldMkLst>
      </pc:sldChg>
      <pc:sldChg chg="modTransition">
        <pc:chgData name="Rohan Kulkarni" userId="158c3e823b2884bc" providerId="Windows Live" clId="Web-{C79E2EE6-CD9E-7459-B1FB-6DDFF3E5F748}" dt="2024-11-10T08:23:28.500" v="29"/>
        <pc:sldMkLst>
          <pc:docMk/>
          <pc:sldMk cId="1554164599" sldId="261"/>
        </pc:sldMkLst>
      </pc:sldChg>
      <pc:sldChg chg="modTransition">
        <pc:chgData name="Rohan Kulkarni" userId="158c3e823b2884bc" providerId="Windows Live" clId="Web-{C79E2EE6-CD9E-7459-B1FB-6DDFF3E5F748}" dt="2024-11-10T08:18:57.685" v="10"/>
        <pc:sldMkLst>
          <pc:docMk/>
          <pc:sldMk cId="3081170701" sldId="262"/>
        </pc:sldMkLst>
      </pc:sldChg>
      <pc:sldChg chg="modTransition">
        <pc:chgData name="Rohan Kulkarni" userId="158c3e823b2884bc" providerId="Windows Live" clId="Web-{C79E2EE6-CD9E-7459-B1FB-6DDFF3E5F748}" dt="2024-11-10T08:19:01.560" v="11"/>
        <pc:sldMkLst>
          <pc:docMk/>
          <pc:sldMk cId="2872713348" sldId="263"/>
        </pc:sldMkLst>
      </pc:sldChg>
      <pc:sldChg chg="modTransition">
        <pc:chgData name="Rohan Kulkarni" userId="158c3e823b2884bc" providerId="Windows Live" clId="Web-{C79E2EE6-CD9E-7459-B1FB-6DDFF3E5F748}" dt="2024-11-10T08:21:33.186" v="28"/>
        <pc:sldMkLst>
          <pc:docMk/>
          <pc:sldMk cId="959713195" sldId="264"/>
        </pc:sldMkLst>
      </pc:sldChg>
      <pc:sldChg chg="modTransition">
        <pc:chgData name="Rohan Kulkarni" userId="158c3e823b2884bc" providerId="Windows Live" clId="Web-{C79E2EE6-CD9E-7459-B1FB-6DDFF3E5F748}" dt="2024-11-10T08:18:29.638" v="5"/>
        <pc:sldMkLst>
          <pc:docMk/>
          <pc:sldMk cId="3132253772" sldId="265"/>
        </pc:sldMkLst>
      </pc:sldChg>
      <pc:sldChg chg="addSp delSp modSp new mod modTransition setBg">
        <pc:chgData name="Rohan Kulkarni" userId="158c3e823b2884bc" providerId="Windows Live" clId="Web-{C79E2EE6-CD9E-7459-B1FB-6DDFF3E5F748}" dt="2024-11-10T08:20:01.701" v="26"/>
        <pc:sldMkLst>
          <pc:docMk/>
          <pc:sldMk cId="3709733310" sldId="266"/>
        </pc:sldMkLst>
        <pc:spChg chg="mod">
          <ac:chgData name="Rohan Kulkarni" userId="158c3e823b2884bc" providerId="Windows Live" clId="Web-{C79E2EE6-CD9E-7459-B1FB-6DDFF3E5F748}" dt="2024-11-10T08:20:01.701" v="26"/>
          <ac:spMkLst>
            <pc:docMk/>
            <pc:sldMk cId="3709733310" sldId="266"/>
            <ac:spMk id="2" creationId="{D1463A57-568E-3A91-F000-6BBD46A149C6}"/>
          </ac:spMkLst>
        </pc:spChg>
      </pc:sldChg>
    </pc:docChg>
  </pc:docChgLst>
  <pc:docChgLst>
    <pc:chgData name="Guest User" providerId="Windows Live" clId="Web-{7B77E608-0B92-1EDE-CFEB-C11D218C3BD4}"/>
    <pc:docChg chg="modSld">
      <pc:chgData name="Guest User" userId="" providerId="Windows Live" clId="Web-{7B77E608-0B92-1EDE-CFEB-C11D218C3BD4}" dt="2024-11-13T15:50:54.810" v="1"/>
      <pc:docMkLst>
        <pc:docMk/>
      </pc:docMkLst>
      <pc:sldChg chg="modSp">
        <pc:chgData name="Guest User" userId="" providerId="Windows Live" clId="Web-{7B77E608-0B92-1EDE-CFEB-C11D218C3BD4}" dt="2024-11-13T15:50:54.810" v="1"/>
        <pc:sldMkLst>
          <pc:docMk/>
          <pc:sldMk cId="3329488942" sldId="269"/>
        </pc:sldMkLst>
        <pc:graphicFrameChg chg="mod modGraphic">
          <ac:chgData name="Guest User" userId="" providerId="Windows Live" clId="Web-{7B77E608-0B92-1EDE-CFEB-C11D218C3BD4}" dt="2024-11-13T15:50:54.810" v="1"/>
          <ac:graphicFrameMkLst>
            <pc:docMk/>
            <pc:sldMk cId="3329488942" sldId="269"/>
            <ac:graphicFrameMk id="7" creationId="{673D53D7-D205-E165-2C5E-B5E03E1B820A}"/>
          </ac:graphicFrameMkLst>
        </pc:graphicFrameChg>
      </pc:sldChg>
    </pc:docChg>
  </pc:docChgLst>
  <pc:docChgLst>
    <pc:chgData name="Guest User" providerId="Windows Live" clId="Web-{18957845-FBF6-8A42-5BDD-7847E64BA69C}"/>
    <pc:docChg chg="delSld">
      <pc:chgData name="Guest User" userId="" providerId="Windows Live" clId="Web-{18957845-FBF6-8A42-5BDD-7847E64BA69C}" dt="2024-11-22T03:45:49.175" v="0"/>
      <pc:docMkLst>
        <pc:docMk/>
      </pc:docMkLst>
      <pc:sldChg chg="del">
        <pc:chgData name="Guest User" userId="" providerId="Windows Live" clId="Web-{18957845-FBF6-8A42-5BDD-7847E64BA69C}" dt="2024-11-22T03:45:49.175" v="0"/>
        <pc:sldMkLst>
          <pc:docMk/>
          <pc:sldMk cId="1578557015" sldId="270"/>
        </pc:sldMkLst>
      </pc:sldChg>
    </pc:docChg>
  </pc:docChgLst>
  <pc:docChgLst>
    <pc:chgData name="Mandar Ganiger" userId="229e11461ef9ae3b" providerId="LiveId" clId="{19AE32DE-45E1-F74D-BED6-0A1490368B30}"/>
    <pc:docChg chg="modSld">
      <pc:chgData name="Mandar Ganiger" userId="229e11461ef9ae3b" providerId="LiveId" clId="{19AE32DE-45E1-F74D-BED6-0A1490368B30}" dt="2024-11-17T13:39:36.556" v="17" actId="20577"/>
      <pc:docMkLst>
        <pc:docMk/>
      </pc:docMkLst>
      <pc:sldChg chg="modSp">
        <pc:chgData name="Mandar Ganiger" userId="229e11461ef9ae3b" providerId="LiveId" clId="{19AE32DE-45E1-F74D-BED6-0A1490368B30}" dt="2024-11-17T13:39:36.556" v="17" actId="20577"/>
        <pc:sldMkLst>
          <pc:docMk/>
          <pc:sldMk cId="109857222" sldId="256"/>
        </pc:sldMkLst>
        <pc:graphicFrameChg chg="modGraphic">
          <ac:chgData name="Mandar Ganiger" userId="229e11461ef9ae3b" providerId="LiveId" clId="{19AE32DE-45E1-F74D-BED6-0A1490368B30}" dt="2024-11-17T13:39:36.556" v="17" actId="20577"/>
          <ac:graphicFrameMkLst>
            <pc:docMk/>
            <pc:sldMk cId="109857222" sldId="256"/>
            <ac:graphicFrameMk id="29" creationId="{CA2C6F61-DA35-75A8-5F71-80D58F5D87E2}"/>
          </ac:graphicFrameMkLst>
        </pc:graphicFrameChg>
      </pc:sldChg>
    </pc:docChg>
  </pc:docChgLst>
  <pc:docChgLst>
    <pc:chgData name="Guest User" providerId="Windows Live" clId="Web-{19098C4E-7D37-1773-55E5-C2301F0876E0}"/>
    <pc:docChg chg="addSld modSld">
      <pc:chgData name="Guest User" userId="" providerId="Windows Live" clId="Web-{19098C4E-7D37-1773-55E5-C2301F0876E0}" dt="2025-01-03T03:17:54.923" v="223" actId="1076"/>
      <pc:docMkLst>
        <pc:docMk/>
      </pc:docMkLst>
      <pc:sldChg chg="addSp modSp">
        <pc:chgData name="Guest User" userId="" providerId="Windows Live" clId="Web-{19098C4E-7D37-1773-55E5-C2301F0876E0}" dt="2025-01-03T02:56:24.010" v="47" actId="20577"/>
        <pc:sldMkLst>
          <pc:docMk/>
          <pc:sldMk cId="3252158875" sldId="270"/>
        </pc:sldMkLst>
        <pc:spChg chg="mod">
          <ac:chgData name="Guest User" userId="" providerId="Windows Live" clId="Web-{19098C4E-7D37-1773-55E5-C2301F0876E0}" dt="2025-01-03T02:52:34.870" v="12" actId="1076"/>
          <ac:spMkLst>
            <pc:docMk/>
            <pc:sldMk cId="3252158875" sldId="270"/>
            <ac:spMk id="2" creationId="{E7F8C104-7D09-36B2-045E-A53CC582F139}"/>
          </ac:spMkLst>
        </pc:spChg>
        <pc:spChg chg="mod">
          <ac:chgData name="Guest User" userId="" providerId="Windows Live" clId="Web-{19098C4E-7D37-1773-55E5-C2301F0876E0}" dt="2025-01-03T02:56:24.010" v="47" actId="20577"/>
          <ac:spMkLst>
            <pc:docMk/>
            <pc:sldMk cId="3252158875" sldId="270"/>
            <ac:spMk id="3" creationId="{D5209C24-0E7D-1867-0636-3D47235A245A}"/>
          </ac:spMkLst>
        </pc:spChg>
        <pc:picChg chg="add mod">
          <ac:chgData name="Guest User" userId="" providerId="Windows Live" clId="Web-{19098C4E-7D37-1773-55E5-C2301F0876E0}" dt="2025-01-03T02:52:44.027" v="14" actId="1076"/>
          <ac:picMkLst>
            <pc:docMk/>
            <pc:sldMk cId="3252158875" sldId="270"/>
            <ac:picMk id="4" creationId="{944FAC7C-C199-821E-0FAA-D8CBF5F6F6FC}"/>
          </ac:picMkLst>
        </pc:picChg>
        <pc:picChg chg="add mod">
          <ac:chgData name="Guest User" userId="" providerId="Windows Live" clId="Web-{19098C4E-7D37-1773-55E5-C2301F0876E0}" dt="2025-01-03T02:52:47.496" v="15" actId="1076"/>
          <ac:picMkLst>
            <pc:docMk/>
            <pc:sldMk cId="3252158875" sldId="270"/>
            <ac:picMk id="5" creationId="{68F6F5C2-40B7-1ED2-7B17-F4BFE108A09D}"/>
          </ac:picMkLst>
        </pc:picChg>
        <pc:picChg chg="add mod">
          <ac:chgData name="Guest User" userId="" providerId="Windows Live" clId="Web-{19098C4E-7D37-1773-55E5-C2301F0876E0}" dt="2025-01-03T02:52:58.793" v="18" actId="14100"/>
          <ac:picMkLst>
            <pc:docMk/>
            <pc:sldMk cId="3252158875" sldId="270"/>
            <ac:picMk id="6" creationId="{F3A3A95C-14C4-0CC9-D061-3CC5327D93FD}"/>
          </ac:picMkLst>
        </pc:picChg>
        <pc:picChg chg="add mod">
          <ac:chgData name="Guest User" userId="" providerId="Windows Live" clId="Web-{19098C4E-7D37-1773-55E5-C2301F0876E0}" dt="2025-01-03T02:53:44.890" v="23" actId="14100"/>
          <ac:picMkLst>
            <pc:docMk/>
            <pc:sldMk cId="3252158875" sldId="270"/>
            <ac:picMk id="7" creationId="{1E382A59-36F3-E879-BCE3-C9E6A2E58BAF}"/>
          </ac:picMkLst>
        </pc:picChg>
      </pc:sldChg>
      <pc:sldChg chg="addSp delSp modSp">
        <pc:chgData name="Guest User" userId="" providerId="Windows Live" clId="Web-{19098C4E-7D37-1773-55E5-C2301F0876E0}" dt="2025-01-03T03:11:24.975" v="124"/>
        <pc:sldMkLst>
          <pc:docMk/>
          <pc:sldMk cId="3798369578" sldId="274"/>
        </pc:sldMkLst>
        <pc:spChg chg="add del mod">
          <ac:chgData name="Guest User" userId="" providerId="Windows Live" clId="Web-{19098C4E-7D37-1773-55E5-C2301F0876E0}" dt="2025-01-03T03:11:24.975" v="124"/>
          <ac:spMkLst>
            <pc:docMk/>
            <pc:sldMk cId="3798369578" sldId="274"/>
            <ac:spMk id="3" creationId="{7F266D57-6180-2A0C-9FF1-35FD99BF72AD}"/>
          </ac:spMkLst>
        </pc:spChg>
      </pc:sldChg>
      <pc:sldChg chg="addSp modSp">
        <pc:chgData name="Guest User" userId="" providerId="Windows Live" clId="Web-{19098C4E-7D37-1773-55E5-C2301F0876E0}" dt="2025-01-03T03:08:17.916" v="118" actId="20577"/>
        <pc:sldMkLst>
          <pc:docMk/>
          <pc:sldMk cId="309652067" sldId="275"/>
        </pc:sldMkLst>
        <pc:spChg chg="add mod">
          <ac:chgData name="Guest User" userId="" providerId="Windows Live" clId="Web-{19098C4E-7D37-1773-55E5-C2301F0876E0}" dt="2025-01-03T03:08:17.916" v="118" actId="20577"/>
          <ac:spMkLst>
            <pc:docMk/>
            <pc:sldMk cId="309652067" sldId="275"/>
            <ac:spMk id="4" creationId="{E91E3F83-D187-96FE-81BA-5DDB0FBA2E6E}"/>
          </ac:spMkLst>
        </pc:spChg>
      </pc:sldChg>
      <pc:sldChg chg="addSp modSp">
        <pc:chgData name="Guest User" userId="" providerId="Windows Live" clId="Web-{19098C4E-7D37-1773-55E5-C2301F0876E0}" dt="2025-01-03T02:57:39.890" v="53" actId="20577"/>
        <pc:sldMkLst>
          <pc:docMk/>
          <pc:sldMk cId="3683009706" sldId="276"/>
        </pc:sldMkLst>
        <pc:spChg chg="mod">
          <ac:chgData name="Guest User" userId="" providerId="Windows Live" clId="Web-{19098C4E-7D37-1773-55E5-C2301F0876E0}" dt="2025-01-03T02:57:39.890" v="53" actId="20577"/>
          <ac:spMkLst>
            <pc:docMk/>
            <pc:sldMk cId="3683009706" sldId="276"/>
            <ac:spMk id="2" creationId="{28E67128-7FBF-B4D6-FDB5-F84F6AF7CA8D}"/>
          </ac:spMkLst>
        </pc:spChg>
        <pc:picChg chg="add mod">
          <ac:chgData name="Guest User" userId="" providerId="Windows Live" clId="Web-{19098C4E-7D37-1773-55E5-C2301F0876E0}" dt="2025-01-03T02:55:42.741" v="41" actId="1076"/>
          <ac:picMkLst>
            <pc:docMk/>
            <pc:sldMk cId="3683009706" sldId="276"/>
            <ac:picMk id="3" creationId="{FB36D927-0EFB-3508-F274-33F6CA7029EB}"/>
          </ac:picMkLst>
        </pc:picChg>
        <pc:picChg chg="add mod">
          <ac:chgData name="Guest User" userId="" providerId="Windows Live" clId="Web-{19098C4E-7D37-1773-55E5-C2301F0876E0}" dt="2025-01-03T02:55:49.523" v="42" actId="1076"/>
          <ac:picMkLst>
            <pc:docMk/>
            <pc:sldMk cId="3683009706" sldId="276"/>
            <ac:picMk id="4" creationId="{A1D947FD-A94E-22BA-5EA4-E9E8F9B6A313}"/>
          </ac:picMkLst>
        </pc:picChg>
        <pc:picChg chg="add mod">
          <ac:chgData name="Guest User" userId="" providerId="Windows Live" clId="Web-{19098C4E-7D37-1773-55E5-C2301F0876E0}" dt="2025-01-03T02:56:00.149" v="44" actId="1076"/>
          <ac:picMkLst>
            <pc:docMk/>
            <pc:sldMk cId="3683009706" sldId="276"/>
            <ac:picMk id="5" creationId="{5B11EDEB-AD36-5B80-13E3-D34CBF207C85}"/>
          </ac:picMkLst>
        </pc:picChg>
      </pc:sldChg>
      <pc:sldChg chg="addSp modSp">
        <pc:chgData name="Guest User" userId="" providerId="Windows Live" clId="Web-{19098C4E-7D37-1773-55E5-C2301F0876E0}" dt="2025-01-03T03:01:43.437" v="76" actId="20577"/>
        <pc:sldMkLst>
          <pc:docMk/>
          <pc:sldMk cId="4001969866" sldId="277"/>
        </pc:sldMkLst>
        <pc:spChg chg="mod">
          <ac:chgData name="Guest User" userId="" providerId="Windows Live" clId="Web-{19098C4E-7D37-1773-55E5-C2301F0876E0}" dt="2025-01-03T03:01:43.437" v="76" actId="20577"/>
          <ac:spMkLst>
            <pc:docMk/>
            <pc:sldMk cId="4001969866" sldId="277"/>
            <ac:spMk id="2" creationId="{3BA73A25-45E0-59BE-763F-8CA68638BF12}"/>
          </ac:spMkLst>
        </pc:spChg>
        <pc:picChg chg="add mod">
          <ac:chgData name="Guest User" userId="" providerId="Windows Live" clId="Web-{19098C4E-7D37-1773-55E5-C2301F0876E0}" dt="2025-01-03T03:01:12.466" v="70" actId="14100"/>
          <ac:picMkLst>
            <pc:docMk/>
            <pc:sldMk cId="4001969866" sldId="277"/>
            <ac:picMk id="3" creationId="{B8D67C97-3680-FD46-F104-D95471E5EBF7}"/>
          </ac:picMkLst>
        </pc:picChg>
        <pc:picChg chg="add mod">
          <ac:chgData name="Guest User" userId="" providerId="Windows Live" clId="Web-{19098C4E-7D37-1773-55E5-C2301F0876E0}" dt="2025-01-03T03:01:12.497" v="71" actId="14100"/>
          <ac:picMkLst>
            <pc:docMk/>
            <pc:sldMk cId="4001969866" sldId="277"/>
            <ac:picMk id="4" creationId="{BF3A7749-8269-CC86-5A12-8C2B2AF58F66}"/>
          </ac:picMkLst>
        </pc:picChg>
        <pc:picChg chg="add mod">
          <ac:chgData name="Guest User" userId="" providerId="Windows Live" clId="Web-{19098C4E-7D37-1773-55E5-C2301F0876E0}" dt="2025-01-03T03:01:23.686" v="73" actId="1076"/>
          <ac:picMkLst>
            <pc:docMk/>
            <pc:sldMk cId="4001969866" sldId="277"/>
            <ac:picMk id="5" creationId="{769449B1-0F0D-45EF-86C6-021784566019}"/>
          </ac:picMkLst>
        </pc:picChg>
      </pc:sldChg>
      <pc:sldChg chg="addSp modSp">
        <pc:chgData name="Guest User" userId="" providerId="Windows Live" clId="Web-{19098C4E-7D37-1773-55E5-C2301F0876E0}" dt="2025-01-03T03:16:10.228" v="181" actId="20577"/>
        <pc:sldMkLst>
          <pc:docMk/>
          <pc:sldMk cId="456602406" sldId="280"/>
        </pc:sldMkLst>
        <pc:spChg chg="mod">
          <ac:chgData name="Guest User" userId="" providerId="Windows Live" clId="Web-{19098C4E-7D37-1773-55E5-C2301F0876E0}" dt="2025-01-03T03:12:28.167" v="144" actId="20577"/>
          <ac:spMkLst>
            <pc:docMk/>
            <pc:sldMk cId="456602406" sldId="280"/>
            <ac:spMk id="2" creationId="{DFB9057B-B5DC-DA9F-54E5-637CB0EC5EE7}"/>
          </ac:spMkLst>
        </pc:spChg>
        <pc:spChg chg="add mod">
          <ac:chgData name="Guest User" userId="" providerId="Windows Live" clId="Web-{19098C4E-7D37-1773-55E5-C2301F0876E0}" dt="2025-01-03T03:16:10.228" v="181" actId="20577"/>
          <ac:spMkLst>
            <pc:docMk/>
            <pc:sldMk cId="456602406" sldId="280"/>
            <ac:spMk id="3" creationId="{4EAF164F-4F84-0D70-DD4E-E41835D9F5EA}"/>
          </ac:spMkLst>
        </pc:spChg>
      </pc:sldChg>
      <pc:sldChg chg="addSp modSp new">
        <pc:chgData name="Guest User" userId="" providerId="Windows Live" clId="Web-{19098C4E-7D37-1773-55E5-C2301F0876E0}" dt="2025-01-03T03:03:25.381" v="91" actId="1076"/>
        <pc:sldMkLst>
          <pc:docMk/>
          <pc:sldMk cId="1065350693" sldId="282"/>
        </pc:sldMkLst>
        <pc:spChg chg="mod">
          <ac:chgData name="Guest User" userId="" providerId="Windows Live" clId="Web-{19098C4E-7D37-1773-55E5-C2301F0876E0}" dt="2025-01-03T03:02:18.455" v="83" actId="14100"/>
          <ac:spMkLst>
            <pc:docMk/>
            <pc:sldMk cId="1065350693" sldId="282"/>
            <ac:spMk id="2" creationId="{59765E72-9355-FDED-8043-57E8B916E433}"/>
          </ac:spMkLst>
        </pc:spChg>
        <pc:picChg chg="add mod">
          <ac:chgData name="Guest User" userId="" providerId="Windows Live" clId="Web-{19098C4E-7D37-1773-55E5-C2301F0876E0}" dt="2025-01-03T03:03:18.709" v="89" actId="1076"/>
          <ac:picMkLst>
            <pc:docMk/>
            <pc:sldMk cId="1065350693" sldId="282"/>
            <ac:picMk id="3" creationId="{799CD585-33B8-CD70-0620-E999C35170B6}"/>
          </ac:picMkLst>
        </pc:picChg>
        <pc:picChg chg="add mod">
          <ac:chgData name="Guest User" userId="" providerId="Windows Live" clId="Web-{19098C4E-7D37-1773-55E5-C2301F0876E0}" dt="2025-01-03T03:03:25.381" v="91" actId="1076"/>
          <ac:picMkLst>
            <pc:docMk/>
            <pc:sldMk cId="1065350693" sldId="282"/>
            <ac:picMk id="4" creationId="{D26386C7-3B17-E774-DB68-76B1BF490EB8}"/>
          </ac:picMkLst>
        </pc:picChg>
      </pc:sldChg>
      <pc:sldChg chg="addSp modSp new">
        <pc:chgData name="Guest User" userId="" providerId="Windows Live" clId="Web-{19098C4E-7D37-1773-55E5-C2301F0876E0}" dt="2025-01-03T03:05:07.716" v="114" actId="20577"/>
        <pc:sldMkLst>
          <pc:docMk/>
          <pc:sldMk cId="1407317739" sldId="283"/>
        </pc:sldMkLst>
        <pc:spChg chg="mod">
          <ac:chgData name="Guest User" userId="" providerId="Windows Live" clId="Web-{19098C4E-7D37-1773-55E5-C2301F0876E0}" dt="2025-01-03T03:05:07.716" v="114" actId="20577"/>
          <ac:spMkLst>
            <pc:docMk/>
            <pc:sldMk cId="1407317739" sldId="283"/>
            <ac:spMk id="2" creationId="{9E2C374A-D665-951A-0E34-0FB35BA8C74A}"/>
          </ac:spMkLst>
        </pc:spChg>
        <pc:picChg chg="add mod">
          <ac:chgData name="Guest User" userId="" providerId="Windows Live" clId="Web-{19098C4E-7D37-1773-55E5-C2301F0876E0}" dt="2025-01-03T03:05:00.997" v="113" actId="14100"/>
          <ac:picMkLst>
            <pc:docMk/>
            <pc:sldMk cId="1407317739" sldId="283"/>
            <ac:picMk id="3" creationId="{5C720F32-9998-6418-8C5B-4D60E6EAEA06}"/>
          </ac:picMkLst>
        </pc:picChg>
      </pc:sldChg>
      <pc:sldChg chg="addSp modSp new">
        <pc:chgData name="Guest User" userId="" providerId="Windows Live" clId="Web-{19098C4E-7D37-1773-55E5-C2301F0876E0}" dt="2025-01-03T03:17:54.923" v="223" actId="1076"/>
        <pc:sldMkLst>
          <pc:docMk/>
          <pc:sldMk cId="3729726413" sldId="284"/>
        </pc:sldMkLst>
        <pc:spChg chg="mod">
          <ac:chgData name="Guest User" userId="" providerId="Windows Live" clId="Web-{19098C4E-7D37-1773-55E5-C2301F0876E0}" dt="2025-01-03T03:17:03.607" v="190" actId="20577"/>
          <ac:spMkLst>
            <pc:docMk/>
            <pc:sldMk cId="3729726413" sldId="284"/>
            <ac:spMk id="2" creationId="{92E1C25A-20F2-56CF-22B3-EBC9467B19CF}"/>
          </ac:spMkLst>
        </pc:spChg>
        <pc:spChg chg="add mod">
          <ac:chgData name="Guest User" userId="" providerId="Windows Live" clId="Web-{19098C4E-7D37-1773-55E5-C2301F0876E0}" dt="2025-01-03T03:17:54.923" v="223" actId="1076"/>
          <ac:spMkLst>
            <pc:docMk/>
            <pc:sldMk cId="3729726413" sldId="284"/>
            <ac:spMk id="3" creationId="{D88B5AB1-E782-776C-91C7-4070A24BE027}"/>
          </ac:spMkLst>
        </pc:spChg>
      </pc:sldChg>
    </pc:docChg>
  </pc:docChgLst>
  <pc:docChgLst>
    <pc:chgData name="Rohan Kulkarni" userId="158c3e823b2884bc" providerId="Windows Live" clId="Web-{5229DA9C-E5E5-54C8-7070-3C875E6701AE}"/>
    <pc:docChg chg="addSld delSld modSld">
      <pc:chgData name="Rohan Kulkarni" userId="158c3e823b2884bc" providerId="Windows Live" clId="Web-{5229DA9C-E5E5-54C8-7070-3C875E6701AE}" dt="2024-11-10T08:11:11.855" v="762" actId="20577"/>
      <pc:docMkLst>
        <pc:docMk/>
      </pc:docMkLst>
      <pc:sldChg chg="addSp delSp modSp">
        <pc:chgData name="Rohan Kulkarni" userId="158c3e823b2884bc" providerId="Windows Live" clId="Web-{5229DA9C-E5E5-54C8-7070-3C875E6701AE}" dt="2024-11-10T07:42:30.319" v="502" actId="20577"/>
        <pc:sldMkLst>
          <pc:docMk/>
          <pc:sldMk cId="109857222" sldId="256"/>
        </pc:sldMkLst>
        <pc:spChg chg="add">
          <ac:chgData name="Rohan Kulkarni" userId="158c3e823b2884bc" providerId="Windows Live" clId="Web-{5229DA9C-E5E5-54C8-7070-3C875E6701AE}" dt="2024-11-10T06:30:38.802" v="0"/>
          <ac:spMkLst>
            <pc:docMk/>
            <pc:sldMk cId="109857222" sldId="256"/>
            <ac:spMk id="6" creationId="{468CB1B2-7FB2-FC99-2CF9-53833A0ED852}"/>
          </ac:spMkLst>
        </pc:spChg>
        <pc:spChg chg="add">
          <ac:chgData name="Rohan Kulkarni" userId="158c3e823b2884bc" providerId="Windows Live" clId="Web-{5229DA9C-E5E5-54C8-7070-3C875E6701AE}" dt="2024-11-10T06:30:38.802" v="0"/>
          <ac:spMkLst>
            <pc:docMk/>
            <pc:sldMk cId="109857222" sldId="256"/>
            <ac:spMk id="7" creationId="{68BE4145-727D-7C91-9A65-D7EAC657D747}"/>
          </ac:spMkLst>
        </pc:spChg>
        <pc:spChg chg="add">
          <ac:chgData name="Rohan Kulkarni" userId="158c3e823b2884bc" providerId="Windows Live" clId="Web-{5229DA9C-E5E5-54C8-7070-3C875E6701AE}" dt="2024-11-10T06:30:38.802" v="0"/>
          <ac:spMkLst>
            <pc:docMk/>
            <pc:sldMk cId="109857222" sldId="256"/>
            <ac:spMk id="8" creationId="{2114653D-991D-941D-E808-28B89EA2C89B}"/>
          </ac:spMkLst>
        </pc:spChg>
        <pc:spChg chg="add">
          <ac:chgData name="Rohan Kulkarni" userId="158c3e823b2884bc" providerId="Windows Live" clId="Web-{5229DA9C-E5E5-54C8-7070-3C875E6701AE}" dt="2024-11-10T06:30:38.802" v="0"/>
          <ac:spMkLst>
            <pc:docMk/>
            <pc:sldMk cId="109857222" sldId="256"/>
            <ac:spMk id="10" creationId="{FA68388B-7554-4599-7771-63D8AEA47E03}"/>
          </ac:spMkLst>
        </pc:spChg>
        <pc:spChg chg="add">
          <ac:chgData name="Rohan Kulkarni" userId="158c3e823b2884bc" providerId="Windows Live" clId="Web-{5229DA9C-E5E5-54C8-7070-3C875E6701AE}" dt="2024-11-10T06:30:38.802" v="0"/>
          <ac:spMkLst>
            <pc:docMk/>
            <pc:sldMk cId="109857222" sldId="256"/>
            <ac:spMk id="12" creationId="{5B577EF1-426A-7496-291B-BCD9BDE6587E}"/>
          </ac:spMkLst>
        </pc:spChg>
        <pc:spChg chg="add">
          <ac:chgData name="Rohan Kulkarni" userId="158c3e823b2884bc" providerId="Windows Live" clId="Web-{5229DA9C-E5E5-54C8-7070-3C875E6701AE}" dt="2024-11-10T06:30:41.068" v="1"/>
          <ac:spMkLst>
            <pc:docMk/>
            <pc:sldMk cId="109857222" sldId="256"/>
            <ac:spMk id="17" creationId="{468CB1B2-7FB2-FC99-2CF9-53833A0ED852}"/>
          </ac:spMkLst>
        </pc:spChg>
        <pc:spChg chg="add">
          <ac:chgData name="Rohan Kulkarni" userId="158c3e823b2884bc" providerId="Windows Live" clId="Web-{5229DA9C-E5E5-54C8-7070-3C875E6701AE}" dt="2024-11-10T06:30:41.068" v="1"/>
          <ac:spMkLst>
            <pc:docMk/>
            <pc:sldMk cId="109857222" sldId="256"/>
            <ac:spMk id="18" creationId="{68BE4145-727D-7C91-9A65-D7EAC657D747}"/>
          </ac:spMkLst>
        </pc:spChg>
        <pc:spChg chg="add">
          <ac:chgData name="Rohan Kulkarni" userId="158c3e823b2884bc" providerId="Windows Live" clId="Web-{5229DA9C-E5E5-54C8-7070-3C875E6701AE}" dt="2024-11-10T06:30:41.068" v="1"/>
          <ac:spMkLst>
            <pc:docMk/>
            <pc:sldMk cId="109857222" sldId="256"/>
            <ac:spMk id="19" creationId="{2114653D-991D-941D-E808-28B89EA2C89B}"/>
          </ac:spMkLst>
        </pc:spChg>
        <pc:spChg chg="add">
          <ac:chgData name="Rohan Kulkarni" userId="158c3e823b2884bc" providerId="Windows Live" clId="Web-{5229DA9C-E5E5-54C8-7070-3C875E6701AE}" dt="2024-11-10T06:30:41.068" v="1"/>
          <ac:spMkLst>
            <pc:docMk/>
            <pc:sldMk cId="109857222" sldId="256"/>
            <ac:spMk id="21" creationId="{FA68388B-7554-4599-7771-63D8AEA47E03}"/>
          </ac:spMkLst>
        </pc:spChg>
        <pc:spChg chg="add">
          <ac:chgData name="Rohan Kulkarni" userId="158c3e823b2884bc" providerId="Windows Live" clId="Web-{5229DA9C-E5E5-54C8-7070-3C875E6701AE}" dt="2024-11-10T06:30:41.068" v="1"/>
          <ac:spMkLst>
            <pc:docMk/>
            <pc:sldMk cId="109857222" sldId="256"/>
            <ac:spMk id="23" creationId="{5B577EF1-426A-7496-291B-BCD9BDE6587E}"/>
          </ac:spMkLst>
        </pc:spChg>
        <pc:spChg chg="add mod">
          <ac:chgData name="Rohan Kulkarni" userId="158c3e823b2884bc" providerId="Windows Live" clId="Web-{5229DA9C-E5E5-54C8-7070-3C875E6701AE}" dt="2024-11-10T07:42:30.319" v="502" actId="20577"/>
          <ac:spMkLst>
            <pc:docMk/>
            <pc:sldMk cId="109857222" sldId="256"/>
            <ac:spMk id="27" creationId="{390C82AD-3298-49CD-AE35-53CEA066B640}"/>
          </ac:spMkLst>
        </pc:spChg>
        <pc:spChg chg="add mod">
          <ac:chgData name="Rohan Kulkarni" userId="158c3e823b2884bc" providerId="Windows Live" clId="Web-{5229DA9C-E5E5-54C8-7070-3C875E6701AE}" dt="2024-11-10T07:39:15.283" v="451" actId="14100"/>
          <ac:spMkLst>
            <pc:docMk/>
            <pc:sldMk cId="109857222" sldId="256"/>
            <ac:spMk id="30" creationId="{B0D50BC2-85AE-C5D5-137A-8D3134198E6D}"/>
          </ac:spMkLst>
        </pc:spChg>
        <pc:grpChg chg="add">
          <ac:chgData name="Rohan Kulkarni" userId="158c3e823b2884bc" providerId="Windows Live" clId="Web-{5229DA9C-E5E5-54C8-7070-3C875E6701AE}" dt="2024-11-10T06:30:38.802" v="0"/>
          <ac:grpSpMkLst>
            <pc:docMk/>
            <pc:sldMk cId="109857222" sldId="256"/>
            <ac:grpSpMk id="5" creationId="{45747A45-9A30-4DE0-A293-4F1A42D013AF}"/>
          </ac:grpSpMkLst>
        </pc:grpChg>
        <pc:grpChg chg="add">
          <ac:chgData name="Rohan Kulkarni" userId="158c3e823b2884bc" providerId="Windows Live" clId="Web-{5229DA9C-E5E5-54C8-7070-3C875E6701AE}" dt="2024-11-10T06:30:38.802" v="0"/>
          <ac:grpSpMkLst>
            <pc:docMk/>
            <pc:sldMk cId="109857222" sldId="256"/>
            <ac:grpSpMk id="9" creationId="{553912BD-D89B-2191-22C6-AA0E5675FAF1}"/>
          </ac:grpSpMkLst>
        </pc:grpChg>
        <pc:grpChg chg="add">
          <ac:chgData name="Rohan Kulkarni" userId="158c3e823b2884bc" providerId="Windows Live" clId="Web-{5229DA9C-E5E5-54C8-7070-3C875E6701AE}" dt="2024-11-10T06:30:38.802" v="0"/>
          <ac:grpSpMkLst>
            <pc:docMk/>
            <pc:sldMk cId="109857222" sldId="256"/>
            <ac:grpSpMk id="11" creationId="{7063CD7D-7A42-1143-A72A-ECF582B3893F}"/>
          </ac:grpSpMkLst>
        </pc:grpChg>
        <pc:grpChg chg="add">
          <ac:chgData name="Rohan Kulkarni" userId="158c3e823b2884bc" providerId="Windows Live" clId="Web-{5229DA9C-E5E5-54C8-7070-3C875E6701AE}" dt="2024-11-10T06:30:41.068" v="1"/>
          <ac:grpSpMkLst>
            <pc:docMk/>
            <pc:sldMk cId="109857222" sldId="256"/>
            <ac:grpSpMk id="16" creationId="{45747A45-9A30-4DE0-A293-4F1A42D013AF}"/>
          </ac:grpSpMkLst>
        </pc:grpChg>
        <pc:grpChg chg="add">
          <ac:chgData name="Rohan Kulkarni" userId="158c3e823b2884bc" providerId="Windows Live" clId="Web-{5229DA9C-E5E5-54C8-7070-3C875E6701AE}" dt="2024-11-10T06:30:41.068" v="1"/>
          <ac:grpSpMkLst>
            <pc:docMk/>
            <pc:sldMk cId="109857222" sldId="256"/>
            <ac:grpSpMk id="20" creationId="{553912BD-D89B-2191-22C6-AA0E5675FAF1}"/>
          </ac:grpSpMkLst>
        </pc:grpChg>
        <pc:grpChg chg="add">
          <ac:chgData name="Rohan Kulkarni" userId="158c3e823b2884bc" providerId="Windows Live" clId="Web-{5229DA9C-E5E5-54C8-7070-3C875E6701AE}" dt="2024-11-10T06:30:41.068" v="1"/>
          <ac:grpSpMkLst>
            <pc:docMk/>
            <pc:sldMk cId="109857222" sldId="256"/>
            <ac:grpSpMk id="22" creationId="{7063CD7D-7A42-1143-A72A-ECF582B3893F}"/>
          </ac:grpSpMkLst>
        </pc:grpChg>
        <pc:graphicFrameChg chg="add mod modGraphic">
          <ac:chgData name="Rohan Kulkarni" userId="158c3e823b2884bc" providerId="Windows Live" clId="Web-{5229DA9C-E5E5-54C8-7070-3C875E6701AE}" dt="2024-11-10T07:42:19.522" v="500"/>
          <ac:graphicFrameMkLst>
            <pc:docMk/>
            <pc:sldMk cId="109857222" sldId="256"/>
            <ac:graphicFrameMk id="29" creationId="{CA2C6F61-DA35-75A8-5F71-80D58F5D87E2}"/>
          </ac:graphicFrameMkLst>
        </pc:graphicFrameChg>
        <pc:picChg chg="add">
          <ac:chgData name="Rohan Kulkarni" userId="158c3e823b2884bc" providerId="Windows Live" clId="Web-{5229DA9C-E5E5-54C8-7070-3C875E6701AE}" dt="2024-11-10T06:30:38.802" v="0"/>
          <ac:picMkLst>
            <pc:docMk/>
            <pc:sldMk cId="109857222" sldId="256"/>
            <ac:picMk id="4" creationId="{2241F91A-90A6-3B37-7E2D-6EE2B910F00F}"/>
          </ac:picMkLst>
        </pc:picChg>
        <pc:picChg chg="add">
          <ac:chgData name="Rohan Kulkarni" userId="158c3e823b2884bc" providerId="Windows Live" clId="Web-{5229DA9C-E5E5-54C8-7070-3C875E6701AE}" dt="2024-11-10T06:30:41.068" v="1"/>
          <ac:picMkLst>
            <pc:docMk/>
            <pc:sldMk cId="109857222" sldId="256"/>
            <ac:picMk id="15" creationId="{2241F91A-90A6-3B37-7E2D-6EE2B910F00F}"/>
          </ac:picMkLst>
        </pc:picChg>
        <pc:cxnChg chg="add">
          <ac:chgData name="Rohan Kulkarni" userId="158c3e823b2884bc" providerId="Windows Live" clId="Web-{5229DA9C-E5E5-54C8-7070-3C875E6701AE}" dt="2024-11-10T06:30:38.802" v="0"/>
          <ac:cxnSpMkLst>
            <pc:docMk/>
            <pc:sldMk cId="109857222" sldId="256"/>
            <ac:cxnSpMk id="13" creationId="{A847D51B-3413-4770-FC28-923464C88500}"/>
          </ac:cxnSpMkLst>
        </pc:cxnChg>
        <pc:cxnChg chg="add">
          <ac:chgData name="Rohan Kulkarni" userId="158c3e823b2884bc" providerId="Windows Live" clId="Web-{5229DA9C-E5E5-54C8-7070-3C875E6701AE}" dt="2024-11-10T06:30:38.802" v="0"/>
          <ac:cxnSpMkLst>
            <pc:docMk/>
            <pc:sldMk cId="109857222" sldId="256"/>
            <ac:cxnSpMk id="14" creationId="{C81599F3-894F-6869-8B1D-E65B29859367}"/>
          </ac:cxnSpMkLst>
        </pc:cxnChg>
        <pc:cxnChg chg="add">
          <ac:chgData name="Rohan Kulkarni" userId="158c3e823b2884bc" providerId="Windows Live" clId="Web-{5229DA9C-E5E5-54C8-7070-3C875E6701AE}" dt="2024-11-10T06:30:41.068" v="1"/>
          <ac:cxnSpMkLst>
            <pc:docMk/>
            <pc:sldMk cId="109857222" sldId="256"/>
            <ac:cxnSpMk id="24" creationId="{A847D51B-3413-4770-FC28-923464C88500}"/>
          </ac:cxnSpMkLst>
        </pc:cxnChg>
        <pc:cxnChg chg="add">
          <ac:chgData name="Rohan Kulkarni" userId="158c3e823b2884bc" providerId="Windows Live" clId="Web-{5229DA9C-E5E5-54C8-7070-3C875E6701AE}" dt="2024-11-10T06:30:41.068" v="1"/>
          <ac:cxnSpMkLst>
            <pc:docMk/>
            <pc:sldMk cId="109857222" sldId="256"/>
            <ac:cxnSpMk id="25" creationId="{C81599F3-894F-6869-8B1D-E65B29859367}"/>
          </ac:cxnSpMkLst>
        </pc:cxnChg>
      </pc:sldChg>
      <pc:sldChg chg="addSp delSp modSp new mod setBg">
        <pc:chgData name="Rohan Kulkarni" userId="158c3e823b2884bc" providerId="Windows Live" clId="Web-{5229DA9C-E5E5-54C8-7070-3C875E6701AE}" dt="2024-11-10T07:51:58.327" v="528" actId="20577"/>
        <pc:sldMkLst>
          <pc:docMk/>
          <pc:sldMk cId="3691125139" sldId="257"/>
        </pc:sldMkLst>
        <pc:spChg chg="mod">
          <ac:chgData name="Rohan Kulkarni" userId="158c3e823b2884bc" providerId="Windows Live" clId="Web-{5229DA9C-E5E5-54C8-7070-3C875E6701AE}" dt="2024-11-10T07:51:58.327" v="528" actId="20577"/>
          <ac:spMkLst>
            <pc:docMk/>
            <pc:sldMk cId="3691125139" sldId="257"/>
            <ac:spMk id="2" creationId="{DCFA37A9-5F8A-1AC6-E0BD-4554CB4CEFFD}"/>
          </ac:spMkLst>
        </pc:spChg>
        <pc:spChg chg="mod">
          <ac:chgData name="Rohan Kulkarni" userId="158c3e823b2884bc" providerId="Windows Live" clId="Web-{5229DA9C-E5E5-54C8-7070-3C875E6701AE}" dt="2024-11-10T07:38:48.142" v="445" actId="20577"/>
          <ac:spMkLst>
            <pc:docMk/>
            <pc:sldMk cId="3691125139" sldId="257"/>
            <ac:spMk id="3" creationId="{CA69C05F-5D91-AB5C-50ED-81F668886532}"/>
          </ac:spMkLst>
        </pc:spChg>
        <pc:spChg chg="add">
          <ac:chgData name="Rohan Kulkarni" userId="158c3e823b2884bc" providerId="Windows Live" clId="Web-{5229DA9C-E5E5-54C8-7070-3C875E6701AE}" dt="2024-11-10T06:58:49.851" v="143"/>
          <ac:spMkLst>
            <pc:docMk/>
            <pc:sldMk cId="3691125139" sldId="257"/>
            <ac:spMk id="38" creationId="{F13C74B1-5B17-4795-BED0-7140497B445A}"/>
          </ac:spMkLst>
        </pc:spChg>
        <pc:spChg chg="add">
          <ac:chgData name="Rohan Kulkarni" userId="158c3e823b2884bc" providerId="Windows Live" clId="Web-{5229DA9C-E5E5-54C8-7070-3C875E6701AE}" dt="2024-11-10T06:58:49.851" v="143"/>
          <ac:spMkLst>
            <pc:docMk/>
            <pc:sldMk cId="3691125139" sldId="257"/>
            <ac:spMk id="39" creationId="{D4974D33-8DC5-464E-8C6D-BE58F0669C17}"/>
          </ac:spMkLst>
        </pc:spChg>
        <pc:picChg chg="add mod">
          <ac:chgData name="Rohan Kulkarni" userId="158c3e823b2884bc" providerId="Windows Live" clId="Web-{5229DA9C-E5E5-54C8-7070-3C875E6701AE}" dt="2024-11-10T06:58:49.851" v="142"/>
          <ac:picMkLst>
            <pc:docMk/>
            <pc:sldMk cId="3691125139" sldId="257"/>
            <ac:picMk id="4" creationId="{D2EADDB4-D1DB-FE59-5AEF-437E18C50303}"/>
          </ac:picMkLst>
        </pc:picChg>
      </pc:sldChg>
      <pc:sldChg chg="addSp delSp modSp new add del mod setBg">
        <pc:chgData name="Rohan Kulkarni" userId="158c3e823b2884bc" providerId="Windows Live" clId="Web-{5229DA9C-E5E5-54C8-7070-3C875E6701AE}" dt="2024-11-10T08:05:45.987" v="676" actId="20577"/>
        <pc:sldMkLst>
          <pc:docMk/>
          <pc:sldMk cId="3025577321" sldId="258"/>
        </pc:sldMkLst>
        <pc:spChg chg="mod">
          <ac:chgData name="Rohan Kulkarni" userId="158c3e823b2884bc" providerId="Windows Live" clId="Web-{5229DA9C-E5E5-54C8-7070-3C875E6701AE}" dt="2024-11-10T07:52:05.640" v="529" actId="20577"/>
          <ac:spMkLst>
            <pc:docMk/>
            <pc:sldMk cId="3025577321" sldId="258"/>
            <ac:spMk id="2" creationId="{142D16E1-FA1D-AD64-CFB8-21F2421D42A4}"/>
          </ac:spMkLst>
        </pc:spChg>
        <pc:spChg chg="add">
          <ac:chgData name="Rohan Kulkarni" userId="158c3e823b2884bc" providerId="Windows Live" clId="Web-{5229DA9C-E5E5-54C8-7070-3C875E6701AE}" dt="2024-11-10T07:32:09.773" v="411"/>
          <ac:spMkLst>
            <pc:docMk/>
            <pc:sldMk cId="3025577321" sldId="258"/>
            <ac:spMk id="87" creationId="{7515D20E-1AB7-4E74-9236-2B72B63D60B6}"/>
          </ac:spMkLst>
        </pc:spChg>
        <pc:spChg chg="add">
          <ac:chgData name="Rohan Kulkarni" userId="158c3e823b2884bc" providerId="Windows Live" clId="Web-{5229DA9C-E5E5-54C8-7070-3C875E6701AE}" dt="2024-11-10T07:32:09.773" v="411"/>
          <ac:spMkLst>
            <pc:docMk/>
            <pc:sldMk cId="3025577321" sldId="258"/>
            <ac:spMk id="91" creationId="{3873B707-463F-40B0-8227-E8CC6C67EB25}"/>
          </ac:spMkLst>
        </pc:spChg>
        <pc:spChg chg="add">
          <ac:chgData name="Rohan Kulkarni" userId="158c3e823b2884bc" providerId="Windows Live" clId="Web-{5229DA9C-E5E5-54C8-7070-3C875E6701AE}" dt="2024-11-10T07:32:09.773" v="411"/>
          <ac:spMkLst>
            <pc:docMk/>
            <pc:sldMk cId="3025577321" sldId="258"/>
            <ac:spMk id="92" creationId="{19C9EAEA-39D0-4B0E-A0EB-51E7B26740B1}"/>
          </ac:spMkLst>
        </pc:spChg>
        <pc:spChg chg="add mod">
          <ac:chgData name="Rohan Kulkarni" userId="158c3e823b2884bc" providerId="Windows Live" clId="Web-{5229DA9C-E5E5-54C8-7070-3C875E6701AE}" dt="2024-11-10T08:05:45.987" v="676" actId="20577"/>
          <ac:spMkLst>
            <pc:docMk/>
            <pc:sldMk cId="3025577321" sldId="258"/>
            <ac:spMk id="93" creationId="{92AC4AB5-314A-1E97-EDE1-E5AE33FEFD17}"/>
          </ac:spMkLst>
        </pc:spChg>
        <pc:grpChg chg="add">
          <ac:chgData name="Rohan Kulkarni" userId="158c3e823b2884bc" providerId="Windows Live" clId="Web-{5229DA9C-E5E5-54C8-7070-3C875E6701AE}" dt="2024-11-10T07:32:09.773" v="411"/>
          <ac:grpSpMkLst>
            <pc:docMk/>
            <pc:sldMk cId="3025577321" sldId="258"/>
            <ac:grpSpMk id="88" creationId="{032D8612-31EB-44CF-A1D0-14FD4C705424}"/>
          </ac:grpSpMkLst>
        </pc:grpChg>
      </pc:sldChg>
      <pc:sldChg chg="addSp delSp modSp new mod setBg">
        <pc:chgData name="Rohan Kulkarni" userId="158c3e823b2884bc" providerId="Windows Live" clId="Web-{5229DA9C-E5E5-54C8-7070-3C875E6701AE}" dt="2024-11-10T07:52:12.453" v="530" actId="20577"/>
        <pc:sldMkLst>
          <pc:docMk/>
          <pc:sldMk cId="776863926" sldId="259"/>
        </pc:sldMkLst>
        <pc:spChg chg="mod">
          <ac:chgData name="Rohan Kulkarni" userId="158c3e823b2884bc" providerId="Windows Live" clId="Web-{5229DA9C-E5E5-54C8-7070-3C875E6701AE}" dt="2024-11-10T07:52:12.453" v="530" actId="20577"/>
          <ac:spMkLst>
            <pc:docMk/>
            <pc:sldMk cId="776863926" sldId="259"/>
            <ac:spMk id="2" creationId="{23F5FE65-493E-717D-2B19-910D300B1EAE}"/>
          </ac:spMkLst>
        </pc:spChg>
        <pc:spChg chg="add del mod ord">
          <ac:chgData name="Rohan Kulkarni" userId="158c3e823b2884bc" providerId="Windows Live" clId="Web-{5229DA9C-E5E5-54C8-7070-3C875E6701AE}" dt="2024-11-10T07:49:28.386" v="522" actId="20577"/>
          <ac:spMkLst>
            <pc:docMk/>
            <pc:sldMk cId="776863926" sldId="259"/>
            <ac:spMk id="3" creationId="{1E09422C-6E00-D227-8C25-9217EF3B754E}"/>
          </ac:spMkLst>
        </pc:spChg>
        <pc:spChg chg="add">
          <ac:chgData name="Rohan Kulkarni" userId="158c3e823b2884bc" providerId="Windows Live" clId="Web-{5229DA9C-E5E5-54C8-7070-3C875E6701AE}" dt="2024-11-10T07:32:37.149" v="413"/>
          <ac:spMkLst>
            <pc:docMk/>
            <pc:sldMk cId="776863926" sldId="259"/>
            <ac:spMk id="66" creationId="{DBF61EA3-B236-439E-9C0B-340980D56BEE}"/>
          </ac:spMkLst>
        </pc:spChg>
        <pc:spChg chg="add">
          <ac:chgData name="Rohan Kulkarni" userId="158c3e823b2884bc" providerId="Windows Live" clId="Web-{5229DA9C-E5E5-54C8-7070-3C875E6701AE}" dt="2024-11-10T07:32:37.149" v="413"/>
          <ac:spMkLst>
            <pc:docMk/>
            <pc:sldMk cId="776863926" sldId="259"/>
            <ac:spMk id="75" creationId="{E659831F-0D9A-4C63-9EBB-8435B85A440F}"/>
          </ac:spMkLst>
        </pc:spChg>
        <pc:grpChg chg="add">
          <ac:chgData name="Rohan Kulkarni" userId="158c3e823b2884bc" providerId="Windows Live" clId="Web-{5229DA9C-E5E5-54C8-7070-3C875E6701AE}" dt="2024-11-10T07:32:37.149" v="413"/>
          <ac:grpSpMkLst>
            <pc:docMk/>
            <pc:sldMk cId="776863926" sldId="259"/>
            <ac:grpSpMk id="67" creationId="{28FAF094-D087-493F-8DF9-A486C2D6BBAA}"/>
          </ac:grpSpMkLst>
        </pc:grpChg>
      </pc:sldChg>
      <pc:sldChg chg="addSp delSp modSp new mod setBg">
        <pc:chgData name="Rohan Kulkarni" userId="158c3e823b2884bc" providerId="Windows Live" clId="Web-{5229DA9C-E5E5-54C8-7070-3C875E6701AE}" dt="2024-11-10T07:51:47.296" v="527" actId="14100"/>
        <pc:sldMkLst>
          <pc:docMk/>
          <pc:sldMk cId="1942886460" sldId="260"/>
        </pc:sldMkLst>
        <pc:spChg chg="mod">
          <ac:chgData name="Rohan Kulkarni" userId="158c3e823b2884bc" providerId="Windows Live" clId="Web-{5229DA9C-E5E5-54C8-7070-3C875E6701AE}" dt="2024-11-10T07:51:47.296" v="527" actId="14100"/>
          <ac:spMkLst>
            <pc:docMk/>
            <pc:sldMk cId="1942886460" sldId="260"/>
            <ac:spMk id="2" creationId="{4B1A0FBB-483B-3CD9-0279-46B6E1496097}"/>
          </ac:spMkLst>
        </pc:spChg>
        <pc:spChg chg="mod">
          <ac:chgData name="Rohan Kulkarni" userId="158c3e823b2884bc" providerId="Windows Live" clId="Web-{5229DA9C-E5E5-54C8-7070-3C875E6701AE}" dt="2024-11-10T07:24:46.903" v="349" actId="20577"/>
          <ac:spMkLst>
            <pc:docMk/>
            <pc:sldMk cId="1942886460" sldId="260"/>
            <ac:spMk id="3" creationId="{EDDE4B00-0415-332B-C6A4-6E5FC8DAF088}"/>
          </ac:spMkLst>
        </pc:spChg>
        <pc:spChg chg="add">
          <ac:chgData name="Rohan Kulkarni" userId="158c3e823b2884bc" providerId="Windows Live" clId="Web-{5229DA9C-E5E5-54C8-7070-3C875E6701AE}" dt="2024-11-10T07:22:36.509" v="322"/>
          <ac:spMkLst>
            <pc:docMk/>
            <pc:sldMk cId="1942886460" sldId="260"/>
            <ac:spMk id="8" creationId="{C2554CA6-288E-4202-BC52-2E5A8F0C0AED}"/>
          </ac:spMkLst>
        </pc:spChg>
        <pc:spChg chg="add">
          <ac:chgData name="Rohan Kulkarni" userId="158c3e823b2884bc" providerId="Windows Live" clId="Web-{5229DA9C-E5E5-54C8-7070-3C875E6701AE}" dt="2024-11-10T07:22:36.509" v="322"/>
          <ac:spMkLst>
            <pc:docMk/>
            <pc:sldMk cId="1942886460" sldId="260"/>
            <ac:spMk id="10" creationId="{B10BB131-AC8E-4A8E-A5D1-36260F720C3B}"/>
          </ac:spMkLst>
        </pc:spChg>
        <pc:spChg chg="add">
          <ac:chgData name="Rohan Kulkarni" userId="158c3e823b2884bc" providerId="Windows Live" clId="Web-{5229DA9C-E5E5-54C8-7070-3C875E6701AE}" dt="2024-11-10T07:22:36.509" v="322"/>
          <ac:spMkLst>
            <pc:docMk/>
            <pc:sldMk cId="1942886460" sldId="260"/>
            <ac:spMk id="12" creationId="{5B7778FC-632E-4DCA-A7CB-0D7731CCF970}"/>
          </ac:spMkLst>
        </pc:spChg>
        <pc:spChg chg="add">
          <ac:chgData name="Rohan Kulkarni" userId="158c3e823b2884bc" providerId="Windows Live" clId="Web-{5229DA9C-E5E5-54C8-7070-3C875E6701AE}" dt="2024-11-10T07:22:36.509" v="322"/>
          <ac:spMkLst>
            <pc:docMk/>
            <pc:sldMk cId="1942886460" sldId="260"/>
            <ac:spMk id="14" creationId="{FA23A907-97FB-4A8F-880A-DD77401C4296}"/>
          </ac:spMkLst>
        </pc:spChg>
      </pc:sldChg>
      <pc:sldChg chg="addSp delSp modSp new mod setBg">
        <pc:chgData name="Rohan Kulkarni" userId="158c3e823b2884bc" providerId="Windows Live" clId="Web-{5229DA9C-E5E5-54C8-7070-3C875E6701AE}" dt="2024-11-10T07:51:33.436" v="525" actId="20577"/>
        <pc:sldMkLst>
          <pc:docMk/>
          <pc:sldMk cId="1554164599" sldId="261"/>
        </pc:sldMkLst>
        <pc:spChg chg="mod">
          <ac:chgData name="Rohan Kulkarni" userId="158c3e823b2884bc" providerId="Windows Live" clId="Web-{5229DA9C-E5E5-54C8-7070-3C875E6701AE}" dt="2024-11-10T07:51:33.436" v="525" actId="20577"/>
          <ac:spMkLst>
            <pc:docMk/>
            <pc:sldMk cId="1554164599" sldId="261"/>
            <ac:spMk id="2" creationId="{FDFA8E5F-0CE9-FB4C-73E5-A2679269335E}"/>
          </ac:spMkLst>
        </pc:spChg>
        <pc:spChg chg="mod">
          <ac:chgData name="Rohan Kulkarni" userId="158c3e823b2884bc" providerId="Windows Live" clId="Web-{5229DA9C-E5E5-54C8-7070-3C875E6701AE}" dt="2024-11-10T07:35:16.856" v="439" actId="20577"/>
          <ac:spMkLst>
            <pc:docMk/>
            <pc:sldMk cId="1554164599" sldId="261"/>
            <ac:spMk id="3" creationId="{17CBB98F-21CF-2B02-44E7-FB7A853A1CE4}"/>
          </ac:spMkLst>
        </pc:spChg>
        <pc:spChg chg="add">
          <ac:chgData name="Rohan Kulkarni" userId="158c3e823b2884bc" providerId="Windows Live" clId="Web-{5229DA9C-E5E5-54C8-7070-3C875E6701AE}" dt="2024-11-10T07:33:34.666" v="415"/>
          <ac:spMkLst>
            <pc:docMk/>
            <pc:sldMk cId="1554164599" sldId="261"/>
            <ac:spMk id="23" creationId="{C2554CA6-288E-4202-BC52-2E5A8F0C0AED}"/>
          </ac:spMkLst>
        </pc:spChg>
        <pc:spChg chg="add">
          <ac:chgData name="Rohan Kulkarni" userId="158c3e823b2884bc" providerId="Windows Live" clId="Web-{5229DA9C-E5E5-54C8-7070-3C875E6701AE}" dt="2024-11-10T07:33:34.666" v="415"/>
          <ac:spMkLst>
            <pc:docMk/>
            <pc:sldMk cId="1554164599" sldId="261"/>
            <ac:spMk id="25" creationId="{B10BB131-AC8E-4A8E-A5D1-36260F720C3B}"/>
          </ac:spMkLst>
        </pc:spChg>
        <pc:spChg chg="add">
          <ac:chgData name="Rohan Kulkarni" userId="158c3e823b2884bc" providerId="Windows Live" clId="Web-{5229DA9C-E5E5-54C8-7070-3C875E6701AE}" dt="2024-11-10T07:33:34.666" v="415"/>
          <ac:spMkLst>
            <pc:docMk/>
            <pc:sldMk cId="1554164599" sldId="261"/>
            <ac:spMk id="27" creationId="{5B7778FC-632E-4DCA-A7CB-0D7731CCF970}"/>
          </ac:spMkLst>
        </pc:spChg>
        <pc:spChg chg="add">
          <ac:chgData name="Rohan Kulkarni" userId="158c3e823b2884bc" providerId="Windows Live" clId="Web-{5229DA9C-E5E5-54C8-7070-3C875E6701AE}" dt="2024-11-10T07:33:34.666" v="415"/>
          <ac:spMkLst>
            <pc:docMk/>
            <pc:sldMk cId="1554164599" sldId="261"/>
            <ac:spMk id="29" creationId="{FA23A907-97FB-4A8F-880A-DD77401C4296}"/>
          </ac:spMkLst>
        </pc:spChg>
      </pc:sldChg>
      <pc:sldChg chg="addSp delSp modSp new mod setBg">
        <pc:chgData name="Rohan Kulkarni" userId="158c3e823b2884bc" providerId="Windows Live" clId="Web-{5229DA9C-E5E5-54C8-7070-3C875E6701AE}" dt="2024-11-10T08:08:20.397" v="728" actId="20577"/>
        <pc:sldMkLst>
          <pc:docMk/>
          <pc:sldMk cId="3081170701" sldId="262"/>
        </pc:sldMkLst>
        <pc:spChg chg="mod">
          <ac:chgData name="Rohan Kulkarni" userId="158c3e823b2884bc" providerId="Windows Live" clId="Web-{5229DA9C-E5E5-54C8-7070-3C875E6701AE}" dt="2024-11-10T08:00:08.292" v="658"/>
          <ac:spMkLst>
            <pc:docMk/>
            <pc:sldMk cId="3081170701" sldId="262"/>
            <ac:spMk id="2" creationId="{88FFCF5B-6E02-99B4-5453-9646AC1D6D45}"/>
          </ac:spMkLst>
        </pc:spChg>
        <pc:spChg chg="add">
          <ac:chgData name="Rohan Kulkarni" userId="158c3e823b2884bc" providerId="Windows Live" clId="Web-{5229DA9C-E5E5-54C8-7070-3C875E6701AE}" dt="2024-11-10T08:00:08.292" v="658"/>
          <ac:spMkLst>
            <pc:docMk/>
            <pc:sldMk cId="3081170701" sldId="262"/>
            <ac:spMk id="24" creationId="{17718681-A12E-49D6-9925-DD7C68176D61}"/>
          </ac:spMkLst>
        </pc:spChg>
        <pc:spChg chg="add">
          <ac:chgData name="Rohan Kulkarni" userId="158c3e823b2884bc" providerId="Windows Live" clId="Web-{5229DA9C-E5E5-54C8-7070-3C875E6701AE}" dt="2024-11-10T08:00:08.292" v="658"/>
          <ac:spMkLst>
            <pc:docMk/>
            <pc:sldMk cId="3081170701" sldId="262"/>
            <ac:spMk id="26" creationId="{FBD77573-9EF2-4C35-8285-A1CF6FBB0EA5}"/>
          </ac:spMkLst>
        </pc:spChg>
        <pc:spChg chg="add mod">
          <ac:chgData name="Rohan Kulkarni" userId="158c3e823b2884bc" providerId="Windows Live" clId="Web-{5229DA9C-E5E5-54C8-7070-3C875E6701AE}" dt="2024-11-10T08:08:20.397" v="728" actId="20577"/>
          <ac:spMkLst>
            <pc:docMk/>
            <pc:sldMk cId="3081170701" sldId="262"/>
            <ac:spMk id="37" creationId="{1F97AB02-C2BD-4DD9-A295-6075E3DA0A04}"/>
          </ac:spMkLst>
        </pc:spChg>
      </pc:sldChg>
      <pc:sldChg chg="addSp delSp modSp new mod setBg">
        <pc:chgData name="Rohan Kulkarni" userId="158c3e823b2884bc" providerId="Windows Live" clId="Web-{5229DA9C-E5E5-54C8-7070-3C875E6701AE}" dt="2024-11-10T08:08:34.241" v="729" actId="20577"/>
        <pc:sldMkLst>
          <pc:docMk/>
          <pc:sldMk cId="2872713348" sldId="263"/>
        </pc:sldMkLst>
        <pc:spChg chg="mod">
          <ac:chgData name="Rohan Kulkarni" userId="158c3e823b2884bc" providerId="Windows Live" clId="Web-{5229DA9C-E5E5-54C8-7070-3C875E6701AE}" dt="2024-11-10T08:00:28.339" v="659"/>
          <ac:spMkLst>
            <pc:docMk/>
            <pc:sldMk cId="2872713348" sldId="263"/>
            <ac:spMk id="2" creationId="{4A0D9D3A-0DB1-D5E5-CD3B-DA22A560C231}"/>
          </ac:spMkLst>
        </pc:spChg>
        <pc:spChg chg="mod">
          <ac:chgData name="Rohan Kulkarni" userId="158c3e823b2884bc" providerId="Windows Live" clId="Web-{5229DA9C-E5E5-54C8-7070-3C875E6701AE}" dt="2024-11-10T08:08:34.241" v="729" actId="20577"/>
          <ac:spMkLst>
            <pc:docMk/>
            <pc:sldMk cId="2872713348" sldId="263"/>
            <ac:spMk id="3" creationId="{CE8638A4-D873-011B-51D4-2B81CCFE0349}"/>
          </ac:spMkLst>
        </pc:spChg>
        <pc:spChg chg="add">
          <ac:chgData name="Rohan Kulkarni" userId="158c3e823b2884bc" providerId="Windows Live" clId="Web-{5229DA9C-E5E5-54C8-7070-3C875E6701AE}" dt="2024-11-10T08:00:28.339" v="659"/>
          <ac:spMkLst>
            <pc:docMk/>
            <pc:sldMk cId="2872713348" sldId="263"/>
            <ac:spMk id="21" creationId="{17718681-A12E-49D6-9925-DD7C68176D61}"/>
          </ac:spMkLst>
        </pc:spChg>
        <pc:spChg chg="add">
          <ac:chgData name="Rohan Kulkarni" userId="158c3e823b2884bc" providerId="Windows Live" clId="Web-{5229DA9C-E5E5-54C8-7070-3C875E6701AE}" dt="2024-11-10T08:00:28.339" v="659"/>
          <ac:spMkLst>
            <pc:docMk/>
            <pc:sldMk cId="2872713348" sldId="263"/>
            <ac:spMk id="23" creationId="{FBD77573-9EF2-4C35-8285-A1CF6FBB0EA5}"/>
          </ac:spMkLst>
        </pc:spChg>
      </pc:sldChg>
      <pc:sldChg chg="addSp delSp modSp new mod setBg">
        <pc:chgData name="Rohan Kulkarni" userId="158c3e823b2884bc" providerId="Windows Live" clId="Web-{5229DA9C-E5E5-54C8-7070-3C875E6701AE}" dt="2024-11-10T08:09:39.399" v="747"/>
        <pc:sldMkLst>
          <pc:docMk/>
          <pc:sldMk cId="959713195" sldId="264"/>
        </pc:sldMkLst>
        <pc:spChg chg="mod">
          <ac:chgData name="Rohan Kulkarni" userId="158c3e823b2884bc" providerId="Windows Live" clId="Web-{5229DA9C-E5E5-54C8-7070-3C875E6701AE}" dt="2024-11-10T08:09:39.399" v="747"/>
          <ac:spMkLst>
            <pc:docMk/>
            <pc:sldMk cId="959713195" sldId="264"/>
            <ac:spMk id="2" creationId="{5C122933-AE32-0766-DDA4-72AC83FD280E}"/>
          </ac:spMkLst>
        </pc:spChg>
      </pc:sldChg>
      <pc:sldChg chg="modSp new">
        <pc:chgData name="Rohan Kulkarni" userId="158c3e823b2884bc" providerId="Windows Live" clId="Web-{5229DA9C-E5E5-54C8-7070-3C875E6701AE}" dt="2024-11-10T08:11:11.855" v="762" actId="20577"/>
        <pc:sldMkLst>
          <pc:docMk/>
          <pc:sldMk cId="3132253772" sldId="265"/>
        </pc:sldMkLst>
        <pc:spChg chg="mod">
          <ac:chgData name="Rohan Kulkarni" userId="158c3e823b2884bc" providerId="Windows Live" clId="Web-{5229DA9C-E5E5-54C8-7070-3C875E6701AE}" dt="2024-11-10T08:11:11.855" v="762" actId="20577"/>
          <ac:spMkLst>
            <pc:docMk/>
            <pc:sldMk cId="3132253772" sldId="265"/>
            <ac:spMk id="2" creationId="{05251317-DBD6-3C33-31F1-154DC4E702D2}"/>
          </ac:spMkLst>
        </pc:spChg>
      </pc:sldChg>
    </pc:docChg>
  </pc:docChgLst>
  <pc:docChgLst>
    <pc:chgData name="Guest User" providerId="Windows Live" clId="Web-{2935D688-0C19-D631-F071-39BF8B24377E}"/>
    <pc:docChg chg="modSld">
      <pc:chgData name="Guest User" userId="" providerId="Windows Live" clId="Web-{2935D688-0C19-D631-F071-39BF8B24377E}" dt="2025-01-02T18:59:50.211" v="6"/>
      <pc:docMkLst>
        <pc:docMk/>
      </pc:docMkLst>
      <pc:sldChg chg="addSp delSp modSp">
        <pc:chgData name="Guest User" userId="" providerId="Windows Live" clId="Web-{2935D688-0C19-D631-F071-39BF8B24377E}" dt="2025-01-02T18:59:50.211" v="6"/>
        <pc:sldMkLst>
          <pc:docMk/>
          <pc:sldMk cId="2832672028" sldId="272"/>
        </pc:sldMkLst>
        <pc:spChg chg="add del">
          <ac:chgData name="Guest User" userId="" providerId="Windows Live" clId="Web-{2935D688-0C19-D631-F071-39BF8B24377E}" dt="2025-01-02T18:59:50.211" v="6"/>
          <ac:spMkLst>
            <pc:docMk/>
            <pc:sldMk cId="2832672028" sldId="272"/>
            <ac:spMk id="8" creationId="{20D5D19D-0789-4518-B5DC-D47ADF69D25A}"/>
          </ac:spMkLst>
        </pc:spChg>
        <pc:spChg chg="add del">
          <ac:chgData name="Guest User" userId="" providerId="Windows Live" clId="Web-{2935D688-0C19-D631-F071-39BF8B24377E}" dt="2025-01-02T18:59:50.211" v="6"/>
          <ac:spMkLst>
            <pc:docMk/>
            <pc:sldMk cId="2832672028" sldId="272"/>
            <ac:spMk id="15" creationId="{B81933D1-5615-42C7-9C0B-4EB7105CCE2D}"/>
          </ac:spMkLst>
        </pc:spChg>
        <pc:spChg chg="add del">
          <ac:chgData name="Guest User" userId="" providerId="Windows Live" clId="Web-{2935D688-0C19-D631-F071-39BF8B24377E}" dt="2025-01-02T18:59:50.211" v="6"/>
          <ac:spMkLst>
            <pc:docMk/>
            <pc:sldMk cId="2832672028" sldId="272"/>
            <ac:spMk id="17" creationId="{19C9EAEA-39D0-4B0E-A0EB-51E7B26740B1}"/>
          </ac:spMkLst>
        </pc:spChg>
        <pc:spChg chg="add del">
          <ac:chgData name="Guest User" userId="" providerId="Windows Live" clId="Web-{2935D688-0C19-D631-F071-39BF8B24377E}" dt="2025-01-02T18:59:50.211" v="6"/>
          <ac:spMkLst>
            <pc:docMk/>
            <pc:sldMk cId="2832672028" sldId="272"/>
            <ac:spMk id="22" creationId="{2215C6C6-E45C-4179-9FC1-E8A4C1D47430}"/>
          </ac:spMkLst>
        </pc:spChg>
        <pc:spChg chg="add del">
          <ac:chgData name="Guest User" userId="" providerId="Windows Live" clId="Web-{2935D688-0C19-D631-F071-39BF8B24377E}" dt="2025-01-02T18:59:50.211" v="6"/>
          <ac:spMkLst>
            <pc:docMk/>
            <pc:sldMk cId="2832672028" sldId="272"/>
            <ac:spMk id="28" creationId="{3776B14B-F2F4-4825-8DA8-8C7A0F2B3960}"/>
          </ac:spMkLst>
        </pc:spChg>
        <pc:grpChg chg="add del">
          <ac:chgData name="Guest User" userId="" providerId="Windows Live" clId="Web-{2935D688-0C19-D631-F071-39BF8B24377E}" dt="2025-01-02T18:59:50.211" v="6"/>
          <ac:grpSpMkLst>
            <pc:docMk/>
            <pc:sldMk cId="2832672028" sldId="272"/>
            <ac:grpSpMk id="10" creationId="{032D8612-31EB-44CF-A1D0-14FD4C705424}"/>
          </ac:grpSpMkLst>
        </pc:grpChg>
        <pc:grpChg chg="add del">
          <ac:chgData name="Guest User" userId="" providerId="Windows Live" clId="Web-{2935D688-0C19-D631-F071-39BF8B24377E}" dt="2025-01-02T18:59:50.211" v="6"/>
          <ac:grpSpMkLst>
            <pc:docMk/>
            <pc:sldMk cId="2832672028" sldId="272"/>
            <ac:grpSpMk id="24" creationId="{5FE9FE4C-C9E0-4C54-8010-EA9D29CD4D59}"/>
          </ac:grpSpMkLst>
        </pc:grpChg>
        <pc:picChg chg="mod">
          <ac:chgData name="Guest User" userId="" providerId="Windows Live" clId="Web-{2935D688-0C19-D631-F071-39BF8B24377E}" dt="2025-01-02T18:59:50.211" v="6"/>
          <ac:picMkLst>
            <pc:docMk/>
            <pc:sldMk cId="2832672028" sldId="272"/>
            <ac:picMk id="4" creationId="{84EDB28B-A607-9B52-1D97-AB2875F8A25F}"/>
          </ac:picMkLst>
        </pc:picChg>
      </pc:sldChg>
      <pc:sldChg chg="addSp delSp modSp">
        <pc:chgData name="Guest User" userId="" providerId="Windows Live" clId="Web-{2935D688-0C19-D631-F071-39BF8B24377E}" dt="2025-01-02T18:59:29.679" v="2"/>
        <pc:sldMkLst>
          <pc:docMk/>
          <pc:sldMk cId="1387557771" sldId="278"/>
        </pc:sldMkLst>
        <pc:spChg chg="del">
          <ac:chgData name="Guest User" userId="" providerId="Windows Live" clId="Web-{2935D688-0C19-D631-F071-39BF8B24377E}" dt="2025-01-02T18:59:29.679" v="2"/>
          <ac:spMkLst>
            <pc:docMk/>
            <pc:sldMk cId="1387557771" sldId="278"/>
            <ac:spMk id="8" creationId="{20D5D19D-0789-4518-B5DC-D47ADF69D25A}"/>
          </ac:spMkLst>
        </pc:spChg>
        <pc:spChg chg="del">
          <ac:chgData name="Guest User" userId="" providerId="Windows Live" clId="Web-{2935D688-0C19-D631-F071-39BF8B24377E}" dt="2025-01-02T18:59:29.679" v="2"/>
          <ac:spMkLst>
            <pc:docMk/>
            <pc:sldMk cId="1387557771" sldId="278"/>
            <ac:spMk id="15" creationId="{B81933D1-5615-42C7-9C0B-4EB7105CCE2D}"/>
          </ac:spMkLst>
        </pc:spChg>
        <pc:spChg chg="del">
          <ac:chgData name="Guest User" userId="" providerId="Windows Live" clId="Web-{2935D688-0C19-D631-F071-39BF8B24377E}" dt="2025-01-02T18:59:29.679" v="2"/>
          <ac:spMkLst>
            <pc:docMk/>
            <pc:sldMk cId="1387557771" sldId="278"/>
            <ac:spMk id="17" creationId="{19C9EAEA-39D0-4B0E-A0EB-51E7B26740B1}"/>
          </ac:spMkLst>
        </pc:spChg>
        <pc:spChg chg="add">
          <ac:chgData name="Guest User" userId="" providerId="Windows Live" clId="Web-{2935D688-0C19-D631-F071-39BF8B24377E}" dt="2025-01-02T18:59:29.679" v="2"/>
          <ac:spMkLst>
            <pc:docMk/>
            <pc:sldMk cId="1387557771" sldId="278"/>
            <ac:spMk id="22" creationId="{63644BFD-D22E-4019-B666-387DA51AEAFD}"/>
          </ac:spMkLst>
        </pc:spChg>
        <pc:spChg chg="add">
          <ac:chgData name="Guest User" userId="" providerId="Windows Live" clId="Web-{2935D688-0C19-D631-F071-39BF8B24377E}" dt="2025-01-02T18:59:29.679" v="2"/>
          <ac:spMkLst>
            <pc:docMk/>
            <pc:sldMk cId="1387557771" sldId="278"/>
            <ac:spMk id="28" creationId="{3776B14B-F2F4-4825-8DA8-8C7A0F2B3960}"/>
          </ac:spMkLst>
        </pc:spChg>
        <pc:grpChg chg="del">
          <ac:chgData name="Guest User" userId="" providerId="Windows Live" clId="Web-{2935D688-0C19-D631-F071-39BF8B24377E}" dt="2025-01-02T18:59:29.679" v="2"/>
          <ac:grpSpMkLst>
            <pc:docMk/>
            <pc:sldMk cId="1387557771" sldId="278"/>
            <ac:grpSpMk id="10" creationId="{032D8612-31EB-44CF-A1D0-14FD4C705424}"/>
          </ac:grpSpMkLst>
        </pc:grpChg>
        <pc:grpChg chg="add">
          <ac:chgData name="Guest User" userId="" providerId="Windows Live" clId="Web-{2935D688-0C19-D631-F071-39BF8B24377E}" dt="2025-01-02T18:59:29.679" v="2"/>
          <ac:grpSpMkLst>
            <pc:docMk/>
            <pc:sldMk cId="1387557771" sldId="278"/>
            <ac:grpSpMk id="24" creationId="{5FE9FE4C-C9E0-4C54-8010-EA9D29CD4D59}"/>
          </ac:grpSpMkLst>
        </pc:grpChg>
        <pc:picChg chg="add mod">
          <ac:chgData name="Guest User" userId="" providerId="Windows Live" clId="Web-{2935D688-0C19-D631-F071-39BF8B24377E}" dt="2025-01-02T18:59:29.679" v="2"/>
          <ac:picMkLst>
            <pc:docMk/>
            <pc:sldMk cId="1387557771" sldId="278"/>
            <ac:picMk id="2" creationId="{3F3522A3-7B86-A3AC-A544-5D40CE8C4464}"/>
          </ac:picMkLst>
        </pc:picChg>
      </pc:sldChg>
    </pc:docChg>
  </pc:docChgLst>
  <pc:docChgLst>
    <pc:chgData name="Guest User" providerId="Windows Live" clId="Web-{B9AAD140-CF55-ABBD-F164-F47CB75C24E5}"/>
    <pc:docChg chg="delSld modSld">
      <pc:chgData name="Guest User" userId="" providerId="Windows Live" clId="Web-{B9AAD140-CF55-ABBD-F164-F47CB75C24E5}" dt="2024-11-21T14:09:56.750" v="52"/>
      <pc:docMkLst>
        <pc:docMk/>
      </pc:docMkLst>
      <pc:sldChg chg="addSp delSp modSp">
        <pc:chgData name="Guest User" userId="" providerId="Windows Live" clId="Web-{B9AAD140-CF55-ABBD-F164-F47CB75C24E5}" dt="2024-11-21T14:03:55.177" v="50" actId="14100"/>
        <pc:sldMkLst>
          <pc:docMk/>
          <pc:sldMk cId="959713195" sldId="264"/>
        </pc:sldMkLst>
        <pc:spChg chg="mod ord">
          <ac:chgData name="Guest User" userId="" providerId="Windows Live" clId="Web-{B9AAD140-CF55-ABBD-F164-F47CB75C24E5}" dt="2024-11-21T14:03:40.896" v="44"/>
          <ac:spMkLst>
            <pc:docMk/>
            <pc:sldMk cId="959713195" sldId="264"/>
            <ac:spMk id="2" creationId="{5C122933-AE32-0766-DDA4-72AC83FD280E}"/>
          </ac:spMkLst>
        </pc:spChg>
        <pc:spChg chg="add">
          <ac:chgData name="Guest User" userId="" providerId="Windows Live" clId="Web-{B9AAD140-CF55-ABBD-F164-F47CB75C24E5}" dt="2024-11-21T14:03:40.896" v="44"/>
          <ac:spMkLst>
            <pc:docMk/>
            <pc:sldMk cId="959713195" sldId="264"/>
            <ac:spMk id="90" creationId="{D12DDE76-C203-4047-9998-63900085B5E8}"/>
          </ac:spMkLst>
        </pc:spChg>
        <pc:picChg chg="add mod">
          <ac:chgData name="Guest User" userId="" providerId="Windows Live" clId="Web-{B9AAD140-CF55-ABBD-F164-F47CB75C24E5}" dt="2024-11-21T14:03:55.177" v="50" actId="14100"/>
          <ac:picMkLst>
            <pc:docMk/>
            <pc:sldMk cId="959713195" sldId="264"/>
            <ac:picMk id="7" creationId="{A355EC13-C8D9-ABBA-BCE1-1B38CBB32168}"/>
          </ac:picMkLst>
        </pc:picChg>
      </pc:sldChg>
      <pc:sldChg chg="del">
        <pc:chgData name="Guest User" userId="" providerId="Windows Live" clId="Web-{B9AAD140-CF55-ABBD-F164-F47CB75C24E5}" dt="2024-11-21T14:09:54.547" v="51"/>
        <pc:sldMkLst>
          <pc:docMk/>
          <pc:sldMk cId="901760683" sldId="270"/>
        </pc:sldMkLst>
      </pc:sldChg>
      <pc:sldChg chg="del">
        <pc:chgData name="Guest User" userId="" providerId="Windows Live" clId="Web-{B9AAD140-CF55-ABBD-F164-F47CB75C24E5}" dt="2024-11-21T14:09:56.750" v="52"/>
        <pc:sldMkLst>
          <pc:docMk/>
          <pc:sldMk cId="1531892405" sldId="271"/>
        </pc:sldMkLst>
      </pc:sldChg>
    </pc:docChg>
  </pc:docChgLst>
  <pc:docChgLst>
    <pc:chgData name="Guest User" providerId="Windows Live" clId="Web-{69AE27B6-138F-72F1-8C7B-DF9FAB9594D9}"/>
    <pc:docChg chg="addSld delSld modSld">
      <pc:chgData name="Guest User" userId="" providerId="Windows Live" clId="Web-{69AE27B6-138F-72F1-8C7B-DF9FAB9594D9}" dt="2024-11-20T17:01:38.684" v="6"/>
      <pc:docMkLst>
        <pc:docMk/>
      </pc:docMkLst>
      <pc:sldChg chg="addSp delSp modSp">
        <pc:chgData name="Guest User" userId="" providerId="Windows Live" clId="Web-{69AE27B6-138F-72F1-8C7B-DF9FAB9594D9}" dt="2024-11-20T17:01:38.684" v="6"/>
        <pc:sldMkLst>
          <pc:docMk/>
          <pc:sldMk cId="3709733310" sldId="266"/>
        </pc:sldMkLst>
        <pc:spChg chg="mod">
          <ac:chgData name="Guest User" userId="" providerId="Windows Live" clId="Web-{69AE27B6-138F-72F1-8C7B-DF9FAB9594D9}" dt="2024-11-20T17:01:38.684" v="6"/>
          <ac:spMkLst>
            <pc:docMk/>
            <pc:sldMk cId="3709733310" sldId="266"/>
            <ac:spMk id="2" creationId="{D1463A57-568E-3A91-F000-6BBD46A149C6}"/>
          </ac:spMkLst>
        </pc:spChg>
        <pc:spChg chg="add">
          <ac:chgData name="Guest User" userId="" providerId="Windows Live" clId="Web-{69AE27B6-138F-72F1-8C7B-DF9FAB9594D9}" dt="2024-11-20T17:01:38.684" v="6"/>
          <ac:spMkLst>
            <pc:docMk/>
            <pc:sldMk cId="3709733310" sldId="266"/>
            <ac:spMk id="40" creationId="{489B7BFD-8F45-4093-AD9C-91B15B0503D9}"/>
          </ac:spMkLst>
        </pc:spChg>
        <pc:spChg chg="add">
          <ac:chgData name="Guest User" userId="" providerId="Windows Live" clId="Web-{69AE27B6-138F-72F1-8C7B-DF9FAB9594D9}" dt="2024-11-20T17:01:38.684" v="6"/>
          <ac:spMkLst>
            <pc:docMk/>
            <pc:sldMk cId="3709733310" sldId="266"/>
            <ac:spMk id="42" creationId="{498F8FF6-43B4-494A-AF8F-123A4983EDF7}"/>
          </ac:spMkLst>
        </pc:spChg>
        <pc:spChg chg="add">
          <ac:chgData name="Guest User" userId="" providerId="Windows Live" clId="Web-{69AE27B6-138F-72F1-8C7B-DF9FAB9594D9}" dt="2024-11-20T17:01:38.684" v="6"/>
          <ac:spMkLst>
            <pc:docMk/>
            <pc:sldMk cId="3709733310" sldId="266"/>
            <ac:spMk id="44" creationId="{4DCEC70C-9F4B-4A73-B4BD-AE50AD617F59}"/>
          </ac:spMkLst>
        </pc:spChg>
        <pc:spChg chg="add">
          <ac:chgData name="Guest User" userId="" providerId="Windows Live" clId="Web-{69AE27B6-138F-72F1-8C7B-DF9FAB9594D9}" dt="2024-11-20T17:01:38.684" v="6"/>
          <ac:spMkLst>
            <pc:docMk/>
            <pc:sldMk cId="3709733310" sldId="266"/>
            <ac:spMk id="46" creationId="{5AFEC601-A132-47EE-B0C2-B38ACD9FCE6F}"/>
          </ac:spMkLst>
        </pc:spChg>
        <pc:spChg chg="add">
          <ac:chgData name="Guest User" userId="" providerId="Windows Live" clId="Web-{69AE27B6-138F-72F1-8C7B-DF9FAB9594D9}" dt="2024-11-20T17:01:38.684" v="6"/>
          <ac:spMkLst>
            <pc:docMk/>
            <pc:sldMk cId="3709733310" sldId="266"/>
            <ac:spMk id="48" creationId="{279CAF82-0ECF-42BE-8F37-F71941E5D410}"/>
          </ac:spMkLst>
        </pc:spChg>
        <pc:spChg chg="add">
          <ac:chgData name="Guest User" userId="" providerId="Windows Live" clId="Web-{69AE27B6-138F-72F1-8C7B-DF9FAB9594D9}" dt="2024-11-20T17:01:38.684" v="6"/>
          <ac:spMkLst>
            <pc:docMk/>
            <pc:sldMk cId="3709733310" sldId="266"/>
            <ac:spMk id="50" creationId="{4D525A72-77E7-4E14-BEE2-FC3A19EC41C3}"/>
          </ac:spMkLst>
        </pc:spChg>
        <pc:spChg chg="add">
          <ac:chgData name="Guest User" userId="" providerId="Windows Live" clId="Web-{69AE27B6-138F-72F1-8C7B-DF9FAB9594D9}" dt="2024-11-20T17:01:38.684" v="6"/>
          <ac:spMkLst>
            <pc:docMk/>
            <pc:sldMk cId="3709733310" sldId="266"/>
            <ac:spMk id="52" creationId="{033BC44A-0661-43B4-9C14-FD5963C226AE}"/>
          </ac:spMkLst>
        </pc:spChg>
        <pc:spChg chg="add">
          <ac:chgData name="Guest User" userId="" providerId="Windows Live" clId="Web-{69AE27B6-138F-72F1-8C7B-DF9FAB9594D9}" dt="2024-11-20T17:01:38.684" v="6"/>
          <ac:spMkLst>
            <pc:docMk/>
            <pc:sldMk cId="3709733310" sldId="266"/>
            <ac:spMk id="54" creationId="{DA31323F-03C2-4114-B2CC-79931D220D0E}"/>
          </ac:spMkLst>
        </pc:spChg>
        <pc:spChg chg="add">
          <ac:chgData name="Guest User" userId="" providerId="Windows Live" clId="Web-{69AE27B6-138F-72F1-8C7B-DF9FAB9594D9}" dt="2024-11-20T17:01:38.684" v="6"/>
          <ac:spMkLst>
            <pc:docMk/>
            <pc:sldMk cId="3709733310" sldId="266"/>
            <ac:spMk id="56" creationId="{298EBCA3-8AAD-4596-8EBF-43A43542FDD1}"/>
          </ac:spMkLst>
        </pc:spChg>
        <pc:spChg chg="add">
          <ac:chgData name="Guest User" userId="" providerId="Windows Live" clId="Web-{69AE27B6-138F-72F1-8C7B-DF9FAB9594D9}" dt="2024-11-20T17:01:38.684" v="6"/>
          <ac:spMkLst>
            <pc:docMk/>
            <pc:sldMk cId="3709733310" sldId="266"/>
            <ac:spMk id="65" creationId="{9457709F-7F08-4A4A-9DB7-1AFB3FCF0790}"/>
          </ac:spMkLst>
        </pc:spChg>
        <pc:grpChg chg="add">
          <ac:chgData name="Guest User" userId="" providerId="Windows Live" clId="Web-{69AE27B6-138F-72F1-8C7B-DF9FAB9594D9}" dt="2024-11-20T17:01:38.684" v="6"/>
          <ac:grpSpMkLst>
            <pc:docMk/>
            <pc:sldMk cId="3709733310" sldId="266"/>
            <ac:grpSpMk id="58" creationId="{FB9739EB-7F66-433D-841F-AB3CD18700B7}"/>
          </ac:grpSpMkLst>
        </pc:grpChg>
        <pc:picChg chg="mod">
          <ac:chgData name="Guest User" userId="" providerId="Windows Live" clId="Web-{69AE27B6-138F-72F1-8C7B-DF9FAB9594D9}" dt="2024-11-20T17:01:38.684" v="6"/>
          <ac:picMkLst>
            <pc:docMk/>
            <pc:sldMk cId="3709733310" sldId="266"/>
            <ac:picMk id="25" creationId="{32906F6B-7B94-008C-F1A7-2F409716C335}"/>
          </ac:picMkLst>
        </pc:picChg>
      </pc:sldChg>
      <pc:sldChg chg="addSp delSp modSp new del">
        <pc:chgData name="Guest User" userId="" providerId="Windows Live" clId="Web-{69AE27B6-138F-72F1-8C7B-DF9FAB9594D9}" dt="2024-11-20T16:56:23.539" v="5"/>
        <pc:sldMkLst>
          <pc:docMk/>
          <pc:sldMk cId="2272926950" sldId="272"/>
        </pc:sldMkLst>
      </pc:sldChg>
    </pc:docChg>
  </pc:docChgLst>
  <pc:docChgLst>
    <pc:chgData name="Guest User" providerId="Windows Live" clId="Web-{8FFE3F96-B48C-FB32-82CB-9E563EA743A3}"/>
    <pc:docChg chg="modSld">
      <pc:chgData name="Guest User" userId="" providerId="Windows Live" clId="Web-{8FFE3F96-B48C-FB32-82CB-9E563EA743A3}" dt="2024-11-19T17:21:00.687" v="13"/>
      <pc:docMkLst>
        <pc:docMk/>
      </pc:docMkLst>
      <pc:sldChg chg="addSp delSp modSp">
        <pc:chgData name="Guest User" userId="" providerId="Windows Live" clId="Web-{8FFE3F96-B48C-FB32-82CB-9E563EA743A3}" dt="2024-11-19T17:20:33.718" v="12" actId="14100"/>
        <pc:sldMkLst>
          <pc:docMk/>
          <pc:sldMk cId="959713195" sldId="264"/>
        </pc:sldMkLst>
      </pc:sldChg>
      <pc:sldChg chg="addSp delSp modSp">
        <pc:chgData name="Guest User" userId="" providerId="Windows Live" clId="Web-{8FFE3F96-B48C-FB32-82CB-9E563EA743A3}" dt="2024-11-19T17:21:00.687" v="13"/>
        <pc:sldMkLst>
          <pc:docMk/>
          <pc:sldMk cId="3709733310" sldId="266"/>
        </pc:sldMkLst>
        <pc:spChg chg="mod">
          <ac:chgData name="Guest User" userId="" providerId="Windows Live" clId="Web-{8FFE3F96-B48C-FB32-82CB-9E563EA743A3}" dt="2024-11-19T17:21:00.687" v="13"/>
          <ac:spMkLst>
            <pc:docMk/>
            <pc:sldMk cId="3709733310" sldId="266"/>
            <ac:spMk id="2" creationId="{D1463A57-568E-3A91-F000-6BBD46A149C6}"/>
          </ac:spMkLst>
        </pc:spChg>
        <pc:picChg chg="add">
          <ac:chgData name="Guest User" userId="" providerId="Windows Live" clId="Web-{8FFE3F96-B48C-FB32-82CB-9E563EA743A3}" dt="2024-11-19T17:21:00.687" v="13"/>
          <ac:picMkLst>
            <pc:docMk/>
            <pc:sldMk cId="3709733310" sldId="266"/>
            <ac:picMk id="25" creationId="{32906F6B-7B94-008C-F1A7-2F409716C335}"/>
          </ac:picMkLst>
        </pc:picChg>
      </pc:sldChg>
    </pc:docChg>
  </pc:docChgLst>
  <pc:docChgLst>
    <pc:chgData name="Guest User" providerId="Windows Live" clId="Web-{079E782B-151A-7B29-9302-4BAEA840A3E9}"/>
    <pc:docChg chg="modSld">
      <pc:chgData name="Guest User" userId="" providerId="Windows Live" clId="Web-{079E782B-151A-7B29-9302-4BAEA840A3E9}" dt="2025-01-02T17:47:43.489" v="97"/>
      <pc:docMkLst>
        <pc:docMk/>
      </pc:docMkLst>
      <pc:sldChg chg="modSp">
        <pc:chgData name="Guest User" userId="" providerId="Windows Live" clId="Web-{079E782B-151A-7B29-9302-4BAEA840A3E9}" dt="2025-01-02T17:47:43.489" v="97"/>
        <pc:sldMkLst>
          <pc:docMk/>
          <pc:sldMk cId="109857222" sldId="256"/>
        </pc:sldMkLst>
        <pc:graphicFrameChg chg="mod modGraphic">
          <ac:chgData name="Guest User" userId="" providerId="Windows Live" clId="Web-{079E782B-151A-7B29-9302-4BAEA840A3E9}" dt="2025-01-02T17:47:43.489" v="97"/>
          <ac:graphicFrameMkLst>
            <pc:docMk/>
            <pc:sldMk cId="109857222" sldId="256"/>
            <ac:graphicFrameMk id="29" creationId="{CA2C6F61-DA35-75A8-5F71-80D58F5D87E2}"/>
          </ac:graphicFrameMkLst>
        </pc:graphicFrameChg>
      </pc:sldChg>
    </pc:docChg>
  </pc:docChgLst>
  <pc:docChgLst>
    <pc:chgData name="Guest User" providerId="Windows Live" clId="Web-{D94DB90C-5B0D-9BED-ED8E-D253E3D3380B}"/>
    <pc:docChg chg="addSld modSld">
      <pc:chgData name="Guest User" userId="" providerId="Windows Live" clId="Web-{D94DB90C-5B0D-9BED-ED8E-D253E3D3380B}" dt="2024-11-13T15:49:40.863" v="595"/>
      <pc:docMkLst>
        <pc:docMk/>
      </pc:docMkLst>
      <pc:sldChg chg="addSp delSp modSp">
        <pc:chgData name="Guest User" userId="" providerId="Windows Live" clId="Web-{D94DB90C-5B0D-9BED-ED8E-D253E3D3380B}" dt="2024-11-13T15:49:40.863" v="595"/>
        <pc:sldMkLst>
          <pc:docMk/>
          <pc:sldMk cId="3132253772" sldId="265"/>
        </pc:sldMkLst>
        <pc:spChg chg="mod">
          <ac:chgData name="Guest User" userId="" providerId="Windows Live" clId="Web-{D94DB90C-5B0D-9BED-ED8E-D253E3D3380B}" dt="2024-11-13T15:16:17.506" v="341" actId="1076"/>
          <ac:spMkLst>
            <pc:docMk/>
            <pc:sldMk cId="3132253772" sldId="265"/>
            <ac:spMk id="2" creationId="{05251317-DBD6-3C33-31F1-154DC4E702D2}"/>
          </ac:spMkLst>
        </pc:spChg>
        <pc:graphicFrameChg chg="add mod ord modGraphic">
          <ac:chgData name="Guest User" userId="" providerId="Windows Live" clId="Web-{D94DB90C-5B0D-9BED-ED8E-D253E3D3380B}" dt="2024-11-13T15:49:40.863" v="595"/>
          <ac:graphicFrameMkLst>
            <pc:docMk/>
            <pc:sldMk cId="3132253772" sldId="265"/>
            <ac:graphicFrameMk id="4" creationId="{F275EB5C-5754-6453-538F-6EBB8411CDF7}"/>
          </ac:graphicFrameMkLst>
        </pc:graphicFrameChg>
      </pc:sldChg>
      <pc:sldChg chg="addSp delSp modSp new">
        <pc:chgData name="Guest User" userId="" providerId="Windows Live" clId="Web-{D94DB90C-5B0D-9BED-ED8E-D253E3D3380B}" dt="2024-11-13T15:49:18.237" v="593"/>
        <pc:sldMkLst>
          <pc:docMk/>
          <pc:sldMk cId="3329488942" sldId="269"/>
        </pc:sldMkLst>
        <pc:graphicFrameChg chg="add mod ord modGraphic">
          <ac:chgData name="Guest User" userId="" providerId="Windows Live" clId="Web-{D94DB90C-5B0D-9BED-ED8E-D253E3D3380B}" dt="2024-11-13T15:49:18.237" v="593"/>
          <ac:graphicFrameMkLst>
            <pc:docMk/>
            <pc:sldMk cId="3329488942" sldId="269"/>
            <ac:graphicFrameMk id="7" creationId="{673D53D7-D205-E165-2C5E-B5E03E1B820A}"/>
          </ac:graphicFrameMkLst>
        </pc:graphicFrameChg>
      </pc:sldChg>
    </pc:docChg>
  </pc:docChgLst>
  <pc:docChgLst>
    <pc:chgData name="Guest User" providerId="Windows Live" clId="Web-{31C66801-148E-A092-C31F-FA09ADE55CD5}"/>
    <pc:docChg chg="addSld delSld modSld">
      <pc:chgData name="Guest User" userId="" providerId="Windows Live" clId="Web-{31C66801-148E-A092-C31F-FA09ADE55CD5}" dt="2025-01-03T05:00:42.331" v="58" actId="20577"/>
      <pc:docMkLst>
        <pc:docMk/>
      </pc:docMkLst>
      <pc:sldChg chg="addSp modSp add del mod setBg">
        <pc:chgData name="Guest User" userId="" providerId="Windows Live" clId="Web-{31C66801-148E-A092-C31F-FA09ADE55CD5}" dt="2025-01-03T05:00:03.986" v="49"/>
        <pc:sldMkLst>
          <pc:docMk/>
          <pc:sldMk cId="456602406" sldId="280"/>
        </pc:sldMkLst>
        <pc:spChg chg="mod">
          <ac:chgData name="Guest User" userId="" providerId="Windows Live" clId="Web-{31C66801-148E-A092-C31F-FA09ADE55CD5}" dt="2025-01-03T05:00:02.455" v="48" actId="20577"/>
          <ac:spMkLst>
            <pc:docMk/>
            <pc:sldMk cId="456602406" sldId="280"/>
            <ac:spMk id="2" creationId="{DFB9057B-B5DC-DA9F-54E5-637CB0EC5EE7}"/>
          </ac:spMkLst>
        </pc:spChg>
        <pc:spChg chg="mod">
          <ac:chgData name="Guest User" userId="" providerId="Windows Live" clId="Web-{31C66801-148E-A092-C31F-FA09ADE55CD5}" dt="2025-01-03T04:59:29.891" v="38" actId="20577"/>
          <ac:spMkLst>
            <pc:docMk/>
            <pc:sldMk cId="456602406" sldId="280"/>
            <ac:spMk id="3" creationId="{4EAF164F-4F84-0D70-DD4E-E41835D9F5EA}"/>
          </ac:spMkLst>
        </pc:spChg>
        <pc:spChg chg="add">
          <ac:chgData name="Guest User" userId="" providerId="Windows Live" clId="Web-{31C66801-148E-A092-C31F-FA09ADE55CD5}" dt="2025-01-03T04:57:32.715" v="0"/>
          <ac:spMkLst>
            <pc:docMk/>
            <pc:sldMk cId="456602406" sldId="280"/>
            <ac:spMk id="8" creationId="{B6CDA21F-E7AF-4C75-8395-33F58D5B0E45}"/>
          </ac:spMkLst>
        </pc:spChg>
        <pc:spChg chg="add">
          <ac:chgData name="Guest User" userId="" providerId="Windows Live" clId="Web-{31C66801-148E-A092-C31F-FA09ADE55CD5}" dt="2025-01-03T04:57:32.715" v="0"/>
          <ac:spMkLst>
            <pc:docMk/>
            <pc:sldMk cId="456602406" sldId="280"/>
            <ac:spMk id="15" creationId="{D5B0017B-2ECA-49AF-B397-DC140825DF8D}"/>
          </ac:spMkLst>
        </pc:spChg>
        <pc:grpChg chg="add">
          <ac:chgData name="Guest User" userId="" providerId="Windows Live" clId="Web-{31C66801-148E-A092-C31F-FA09ADE55CD5}" dt="2025-01-03T04:57:32.715" v="0"/>
          <ac:grpSpMkLst>
            <pc:docMk/>
            <pc:sldMk cId="456602406" sldId="280"/>
            <ac:grpSpMk id="10" creationId="{AE1C45F0-260A-458C-96ED-C1F6D2151219}"/>
          </ac:grpSpMkLst>
        </pc:grpChg>
        <pc:cxnChg chg="add">
          <ac:chgData name="Guest User" userId="" providerId="Windows Live" clId="Web-{31C66801-148E-A092-C31F-FA09ADE55CD5}" dt="2025-01-03T04:57:32.715" v="0"/>
          <ac:cxnSpMkLst>
            <pc:docMk/>
            <pc:sldMk cId="456602406" sldId="280"/>
            <ac:cxnSpMk id="17" creationId="{6CF1BAF6-AD41-4082-B212-8A1F9A2E8779}"/>
          </ac:cxnSpMkLst>
        </pc:cxnChg>
      </pc:sldChg>
      <pc:sldChg chg="modSp">
        <pc:chgData name="Guest User" userId="" providerId="Windows Live" clId="Web-{31C66801-148E-A092-C31F-FA09ADE55CD5}" dt="2025-01-03T05:00:42.331" v="58" actId="20577"/>
        <pc:sldMkLst>
          <pc:docMk/>
          <pc:sldMk cId="3729726413" sldId="284"/>
        </pc:sldMkLst>
        <pc:spChg chg="mod">
          <ac:chgData name="Guest User" userId="" providerId="Windows Live" clId="Web-{31C66801-148E-A092-C31F-FA09ADE55CD5}" dt="2025-01-03T05:00:42.331" v="58" actId="20577"/>
          <ac:spMkLst>
            <pc:docMk/>
            <pc:sldMk cId="3729726413" sldId="284"/>
            <ac:spMk id="3" creationId="{D88B5AB1-E782-776C-91C7-4070A24BE027}"/>
          </ac:spMkLst>
        </pc:spChg>
      </pc:sldChg>
      <pc:sldChg chg="addSp modSp new">
        <pc:chgData name="Guest User" userId="" providerId="Windows Live" clId="Web-{31C66801-148E-A092-C31F-FA09ADE55CD5}" dt="2025-01-03T05:00:34.362" v="56" actId="20577"/>
        <pc:sldMkLst>
          <pc:docMk/>
          <pc:sldMk cId="951041582" sldId="285"/>
        </pc:sldMkLst>
        <pc:spChg chg="mod">
          <ac:chgData name="Guest User" userId="" providerId="Windows Live" clId="Web-{31C66801-148E-A092-C31F-FA09ADE55CD5}" dt="2025-01-03T05:00:06.517" v="50" actId="20577"/>
          <ac:spMkLst>
            <pc:docMk/>
            <pc:sldMk cId="951041582" sldId="285"/>
            <ac:spMk id="2" creationId="{506BEF33-405F-E0CC-4CDC-376A1D82400C}"/>
          </ac:spMkLst>
        </pc:spChg>
        <pc:spChg chg="add mod">
          <ac:chgData name="Guest User" userId="" providerId="Windows Live" clId="Web-{31C66801-148E-A092-C31F-FA09ADE55CD5}" dt="2025-01-03T05:00:34.362" v="56" actId="20577"/>
          <ac:spMkLst>
            <pc:docMk/>
            <pc:sldMk cId="951041582" sldId="285"/>
            <ac:spMk id="3" creationId="{3341AD1D-B681-442F-1997-6DBC9AC9C5F9}"/>
          </ac:spMkLst>
        </pc:spChg>
      </pc:sldChg>
    </pc:docChg>
  </pc:docChgLst>
  <pc:docChgLst>
    <pc:chgData name="Guest User" providerId="Windows Live" clId="Web-{22FBCEA1-682B-BB67-84F7-0C9B0719CDD4}"/>
    <pc:docChg chg="addSld delSld modSld">
      <pc:chgData name="Guest User" userId="" providerId="Windows Live" clId="Web-{22FBCEA1-682B-BB67-84F7-0C9B0719CDD4}" dt="2024-11-12T16:36:24.939" v="482" actId="20577"/>
      <pc:docMkLst>
        <pc:docMk/>
      </pc:docMkLst>
      <pc:sldChg chg="modSp">
        <pc:chgData name="Guest User" userId="" providerId="Windows Live" clId="Web-{22FBCEA1-682B-BB67-84F7-0C9B0719CDD4}" dt="2024-11-12T16:15:08.607" v="258" actId="20577"/>
        <pc:sldMkLst>
          <pc:docMk/>
          <pc:sldMk cId="3691125139" sldId="257"/>
        </pc:sldMkLst>
        <pc:spChg chg="mod">
          <ac:chgData name="Guest User" userId="" providerId="Windows Live" clId="Web-{22FBCEA1-682B-BB67-84F7-0C9B0719CDD4}" dt="2024-11-12T16:15:08.607" v="258" actId="20577"/>
          <ac:spMkLst>
            <pc:docMk/>
            <pc:sldMk cId="3691125139" sldId="257"/>
            <ac:spMk id="3" creationId="{CA69C05F-5D91-AB5C-50ED-81F668886532}"/>
          </ac:spMkLst>
        </pc:spChg>
      </pc:sldChg>
      <pc:sldChg chg="modSp">
        <pc:chgData name="Guest User" userId="" providerId="Windows Live" clId="Web-{22FBCEA1-682B-BB67-84F7-0C9B0719CDD4}" dt="2024-11-12T16:36:19.205" v="481" actId="20577"/>
        <pc:sldMkLst>
          <pc:docMk/>
          <pc:sldMk cId="3025577321" sldId="258"/>
        </pc:sldMkLst>
        <pc:spChg chg="mod">
          <ac:chgData name="Guest User" userId="" providerId="Windows Live" clId="Web-{22FBCEA1-682B-BB67-84F7-0C9B0719CDD4}" dt="2024-11-12T16:36:19.205" v="481" actId="20577"/>
          <ac:spMkLst>
            <pc:docMk/>
            <pc:sldMk cId="3025577321" sldId="258"/>
            <ac:spMk id="93" creationId="{92AC4AB5-314A-1E97-EDE1-E5AE33FEFD17}"/>
          </ac:spMkLst>
        </pc:spChg>
      </pc:sldChg>
      <pc:sldChg chg="modSp">
        <pc:chgData name="Guest User" userId="" providerId="Windows Live" clId="Web-{22FBCEA1-682B-BB67-84F7-0C9B0719CDD4}" dt="2024-11-12T16:36:24.939" v="482" actId="20577"/>
        <pc:sldMkLst>
          <pc:docMk/>
          <pc:sldMk cId="776863926" sldId="259"/>
        </pc:sldMkLst>
        <pc:spChg chg="mod">
          <ac:chgData name="Guest User" userId="" providerId="Windows Live" clId="Web-{22FBCEA1-682B-BB67-84F7-0C9B0719CDD4}" dt="2024-11-12T16:36:24.939" v="482" actId="20577"/>
          <ac:spMkLst>
            <pc:docMk/>
            <pc:sldMk cId="776863926" sldId="259"/>
            <ac:spMk id="3" creationId="{1E09422C-6E00-D227-8C25-9217EF3B754E}"/>
          </ac:spMkLst>
        </pc:spChg>
      </pc:sldChg>
      <pc:sldChg chg="modSp">
        <pc:chgData name="Guest User" userId="" providerId="Windows Live" clId="Web-{22FBCEA1-682B-BB67-84F7-0C9B0719CDD4}" dt="2024-11-12T16:00:29.380" v="10" actId="20577"/>
        <pc:sldMkLst>
          <pc:docMk/>
          <pc:sldMk cId="1942886460" sldId="260"/>
        </pc:sldMkLst>
        <pc:spChg chg="mod">
          <ac:chgData name="Guest User" userId="" providerId="Windows Live" clId="Web-{22FBCEA1-682B-BB67-84F7-0C9B0719CDD4}" dt="2024-11-12T16:00:29.380" v="10" actId="20577"/>
          <ac:spMkLst>
            <pc:docMk/>
            <pc:sldMk cId="1942886460" sldId="260"/>
            <ac:spMk id="3" creationId="{EDDE4B00-0415-332B-C6A4-6E5FC8DAF088}"/>
          </ac:spMkLst>
        </pc:spChg>
      </pc:sldChg>
      <pc:sldChg chg="addSp modSp">
        <pc:chgData name="Guest User" userId="" providerId="Windows Live" clId="Web-{22FBCEA1-682B-BB67-84F7-0C9B0719CDD4}" dt="2024-11-12T16:32:33.605" v="463" actId="20577"/>
        <pc:sldMkLst>
          <pc:docMk/>
          <pc:sldMk cId="3081170701" sldId="262"/>
        </pc:sldMkLst>
        <pc:spChg chg="add mod">
          <ac:chgData name="Guest User" userId="" providerId="Windows Live" clId="Web-{22FBCEA1-682B-BB67-84F7-0C9B0719CDD4}" dt="2024-11-12T16:32:33.605" v="463" actId="20577"/>
          <ac:spMkLst>
            <pc:docMk/>
            <pc:sldMk cId="3081170701" sldId="262"/>
            <ac:spMk id="3" creationId="{A16B9900-A715-B380-5C5F-F69504FBD52F}"/>
          </ac:spMkLst>
        </pc:spChg>
        <pc:spChg chg="mod">
          <ac:chgData name="Guest User" userId="" providerId="Windows Live" clId="Web-{22FBCEA1-682B-BB67-84F7-0C9B0719CDD4}" dt="2024-11-12T16:07:36.673" v="136" actId="20577"/>
          <ac:spMkLst>
            <pc:docMk/>
            <pc:sldMk cId="3081170701" sldId="262"/>
            <ac:spMk id="37" creationId="{1F97AB02-C2BD-4DD9-A295-6075E3DA0A04}"/>
          </ac:spMkLst>
        </pc:spChg>
      </pc:sldChg>
      <pc:sldChg chg="addSp modSp">
        <pc:chgData name="Guest User" userId="" providerId="Windows Live" clId="Web-{22FBCEA1-682B-BB67-84F7-0C9B0719CDD4}" dt="2024-11-12T16:31:41.587" v="461" actId="1076"/>
        <pc:sldMkLst>
          <pc:docMk/>
          <pc:sldMk cId="2872713348" sldId="263"/>
        </pc:sldMkLst>
        <pc:spChg chg="mod">
          <ac:chgData name="Guest User" userId="" providerId="Windows Live" clId="Web-{22FBCEA1-682B-BB67-84F7-0C9B0719CDD4}" dt="2024-11-12T16:16:52.907" v="280" actId="20577"/>
          <ac:spMkLst>
            <pc:docMk/>
            <pc:sldMk cId="2872713348" sldId="263"/>
            <ac:spMk id="3" creationId="{CE8638A4-D873-011B-51D4-2B81CCFE0349}"/>
          </ac:spMkLst>
        </pc:spChg>
        <pc:spChg chg="add mod">
          <ac:chgData name="Guest User" userId="" providerId="Windows Live" clId="Web-{22FBCEA1-682B-BB67-84F7-0C9B0719CDD4}" dt="2024-11-12T16:31:41.587" v="461" actId="1076"/>
          <ac:spMkLst>
            <pc:docMk/>
            <pc:sldMk cId="2872713348" sldId="263"/>
            <ac:spMk id="4" creationId="{A0681DB0-4780-9D25-4DA4-22EA55006DAE}"/>
          </ac:spMkLst>
        </pc:spChg>
      </pc:sldChg>
      <pc:sldChg chg="addSp delSp modSp">
        <pc:chgData name="Guest User" userId="" providerId="Windows Live" clId="Web-{22FBCEA1-682B-BB67-84F7-0C9B0719CDD4}" dt="2024-11-12T16:35:34.203" v="480" actId="1076"/>
        <pc:sldMkLst>
          <pc:docMk/>
          <pc:sldMk cId="959713195" sldId="264"/>
        </pc:sldMkLst>
      </pc:sldChg>
      <pc:sldChg chg="addSp modSp new mod setBg">
        <pc:chgData name="Guest User" userId="" providerId="Windows Live" clId="Web-{22FBCEA1-682B-BB67-84F7-0C9B0719CDD4}" dt="2024-11-12T16:15:24.295" v="259" actId="20577"/>
        <pc:sldMkLst>
          <pc:docMk/>
          <pc:sldMk cId="1611315192" sldId="267"/>
        </pc:sldMkLst>
        <pc:spChg chg="mod">
          <ac:chgData name="Guest User" userId="" providerId="Windows Live" clId="Web-{22FBCEA1-682B-BB67-84F7-0C9B0719CDD4}" dt="2024-11-12T16:02:17.133" v="61"/>
          <ac:spMkLst>
            <pc:docMk/>
            <pc:sldMk cId="1611315192" sldId="267"/>
            <ac:spMk id="2" creationId="{45EA65B4-5B75-0CF9-8BE0-8615D86F0C84}"/>
          </ac:spMkLst>
        </pc:spChg>
        <pc:spChg chg="mod">
          <ac:chgData name="Guest User" userId="" providerId="Windows Live" clId="Web-{22FBCEA1-682B-BB67-84F7-0C9B0719CDD4}" dt="2024-11-12T16:15:24.295" v="259" actId="20577"/>
          <ac:spMkLst>
            <pc:docMk/>
            <pc:sldMk cId="1611315192" sldId="267"/>
            <ac:spMk id="3" creationId="{E54E347F-E73D-16D1-8455-A37BFEB60BB1}"/>
          </ac:spMkLst>
        </pc:spChg>
        <pc:spChg chg="add">
          <ac:chgData name="Guest User" userId="" providerId="Windows Live" clId="Web-{22FBCEA1-682B-BB67-84F7-0C9B0719CDD4}" dt="2024-11-12T16:02:17.133" v="61"/>
          <ac:spMkLst>
            <pc:docMk/>
            <pc:sldMk cId="1611315192" sldId="267"/>
            <ac:spMk id="8" creationId="{907EF6B7-1338-4443-8C46-6A318D952DFD}"/>
          </ac:spMkLst>
        </pc:spChg>
        <pc:spChg chg="add">
          <ac:chgData name="Guest User" userId="" providerId="Windows Live" clId="Web-{22FBCEA1-682B-BB67-84F7-0C9B0719CDD4}" dt="2024-11-12T16:02:17.133" v="61"/>
          <ac:spMkLst>
            <pc:docMk/>
            <pc:sldMk cId="1611315192" sldId="267"/>
            <ac:spMk id="10" creationId="{DAAE4CDD-124C-4DCF-9584-B6033B545DD5}"/>
          </ac:spMkLst>
        </pc:spChg>
        <pc:spChg chg="add">
          <ac:chgData name="Guest User" userId="" providerId="Windows Live" clId="Web-{22FBCEA1-682B-BB67-84F7-0C9B0719CDD4}" dt="2024-11-12T16:02:17.133" v="61"/>
          <ac:spMkLst>
            <pc:docMk/>
            <pc:sldMk cId="1611315192" sldId="267"/>
            <ac:spMk id="12" creationId="{081E4A58-353D-44AE-B2FC-2A74E2E400F7}"/>
          </ac:spMkLst>
        </pc:spChg>
      </pc:sldChg>
      <pc:sldChg chg="addSp modSp new add del mod setBg">
        <pc:chgData name="Guest User" userId="" providerId="Windows Live" clId="Web-{22FBCEA1-682B-BB67-84F7-0C9B0719CDD4}" dt="2024-11-12T16:16:00.921" v="268" actId="20577"/>
        <pc:sldMkLst>
          <pc:docMk/>
          <pc:sldMk cId="1467377479" sldId="268"/>
        </pc:sldMkLst>
        <pc:spChg chg="mod">
          <ac:chgData name="Guest User" userId="" providerId="Windows Live" clId="Web-{22FBCEA1-682B-BB67-84F7-0C9B0719CDD4}" dt="2024-11-12T16:04:29.652" v="133"/>
          <ac:spMkLst>
            <pc:docMk/>
            <pc:sldMk cId="1467377479" sldId="268"/>
            <ac:spMk id="2" creationId="{038DB9E9-8BAA-1B0E-3293-DFA4E90AADE6}"/>
          </ac:spMkLst>
        </pc:spChg>
        <pc:spChg chg="mod">
          <ac:chgData name="Guest User" userId="" providerId="Windows Live" clId="Web-{22FBCEA1-682B-BB67-84F7-0C9B0719CDD4}" dt="2024-11-12T16:16:00.921" v="268" actId="20577"/>
          <ac:spMkLst>
            <pc:docMk/>
            <pc:sldMk cId="1467377479" sldId="268"/>
            <ac:spMk id="3" creationId="{7A1401D3-665F-74FF-D9E8-506AB2AAD458}"/>
          </ac:spMkLst>
        </pc:spChg>
        <pc:spChg chg="add">
          <ac:chgData name="Guest User" userId="" providerId="Windows Live" clId="Web-{22FBCEA1-682B-BB67-84F7-0C9B0719CDD4}" dt="2024-11-12T16:04:29.652" v="133"/>
          <ac:spMkLst>
            <pc:docMk/>
            <pc:sldMk cId="1467377479" sldId="268"/>
            <ac:spMk id="8" creationId="{907EF6B7-1338-4443-8C46-6A318D952DFD}"/>
          </ac:spMkLst>
        </pc:spChg>
        <pc:spChg chg="add">
          <ac:chgData name="Guest User" userId="" providerId="Windows Live" clId="Web-{22FBCEA1-682B-BB67-84F7-0C9B0719CDD4}" dt="2024-11-12T16:04:29.652" v="133"/>
          <ac:spMkLst>
            <pc:docMk/>
            <pc:sldMk cId="1467377479" sldId="268"/>
            <ac:spMk id="10" creationId="{DAAE4CDD-124C-4DCF-9584-B6033B545DD5}"/>
          </ac:spMkLst>
        </pc:spChg>
        <pc:spChg chg="add">
          <ac:chgData name="Guest User" userId="" providerId="Windows Live" clId="Web-{22FBCEA1-682B-BB67-84F7-0C9B0719CDD4}" dt="2024-11-12T16:04:29.652" v="133"/>
          <ac:spMkLst>
            <pc:docMk/>
            <pc:sldMk cId="1467377479" sldId="268"/>
            <ac:spMk id="12" creationId="{081E4A58-353D-44AE-B2FC-2A74E2E400F7}"/>
          </ac:spMkLst>
        </pc:spChg>
      </pc:sldChg>
      <pc:sldChg chg="addSp delSp modSp add del mod replId setBg setClrOvrMap">
        <pc:chgData name="Guest User" userId="" providerId="Windows Live" clId="Web-{22FBCEA1-682B-BB67-84F7-0C9B0719CDD4}" dt="2024-11-12T16:34:21.248" v="475"/>
        <pc:sldMkLst>
          <pc:docMk/>
          <pc:sldMk cId="341063410" sldId="269"/>
        </pc:sldMkLst>
      </pc:sldChg>
    </pc:docChg>
  </pc:docChgLst>
  <pc:docChgLst>
    <pc:chgData name="Guest User" providerId="Windows Live" clId="Web-{9C3164E3-37EF-088C-DDDF-A7C93475B85D}"/>
    <pc:docChg chg="modSld">
      <pc:chgData name="Guest User" userId="" providerId="Windows Live" clId="Web-{9C3164E3-37EF-088C-DDDF-A7C93475B85D}" dt="2024-11-13T15:59:52.951" v="231"/>
      <pc:docMkLst>
        <pc:docMk/>
      </pc:docMkLst>
      <pc:sldChg chg="addSp delSp modSp mod setBg">
        <pc:chgData name="Guest User" userId="" providerId="Windows Live" clId="Web-{9C3164E3-37EF-088C-DDDF-A7C93475B85D}" dt="2024-11-13T15:59:52.951" v="231"/>
        <pc:sldMkLst>
          <pc:docMk/>
          <pc:sldMk cId="3132253772" sldId="265"/>
        </pc:sldMkLst>
        <pc:spChg chg="mod">
          <ac:chgData name="Guest User" userId="" providerId="Windows Live" clId="Web-{9C3164E3-37EF-088C-DDDF-A7C93475B85D}" dt="2024-11-13T15:59:52.951" v="231"/>
          <ac:spMkLst>
            <pc:docMk/>
            <pc:sldMk cId="3132253772" sldId="265"/>
            <ac:spMk id="2" creationId="{05251317-DBD6-3C33-31F1-154DC4E702D2}"/>
          </ac:spMkLst>
        </pc:spChg>
        <pc:graphicFrameChg chg="mod modGraphic">
          <ac:chgData name="Guest User" userId="" providerId="Windows Live" clId="Web-{9C3164E3-37EF-088C-DDDF-A7C93475B85D}" dt="2024-11-13T15:59:52.951" v="231"/>
          <ac:graphicFrameMkLst>
            <pc:docMk/>
            <pc:sldMk cId="3132253772" sldId="265"/>
            <ac:graphicFrameMk id="4" creationId="{F275EB5C-5754-6453-538F-6EBB8411CDF7}"/>
          </ac:graphicFrameMkLst>
        </pc:graphicFrameChg>
      </pc:sldChg>
      <pc:sldChg chg="addSp delSp modSp mod setBg">
        <pc:chgData name="Guest User" userId="" providerId="Windows Live" clId="Web-{9C3164E3-37EF-088C-DDDF-A7C93475B85D}" dt="2024-11-13T15:59:40.888" v="203"/>
        <pc:sldMkLst>
          <pc:docMk/>
          <pc:sldMk cId="3329488942" sldId="269"/>
        </pc:sldMkLst>
        <pc:graphicFrameChg chg="mod modGraphic">
          <ac:chgData name="Guest User" userId="" providerId="Windows Live" clId="Web-{9C3164E3-37EF-088C-DDDF-A7C93475B85D}" dt="2024-11-13T15:59:40.888" v="203"/>
          <ac:graphicFrameMkLst>
            <pc:docMk/>
            <pc:sldMk cId="3329488942" sldId="269"/>
            <ac:graphicFrameMk id="7" creationId="{673D53D7-D205-E165-2C5E-B5E03E1B820A}"/>
          </ac:graphicFrameMkLst>
        </pc:graphicFrameChg>
      </pc:sldChg>
    </pc:docChg>
  </pc:docChgLst>
  <pc:docChgLst>
    <pc:chgData name="Guest User" providerId="Windows Live" clId="Web-{4130A556-6277-B58F-13A6-929508BD7AE8}"/>
    <pc:docChg chg="addSld delSld modSld sldOrd">
      <pc:chgData name="Guest User" userId="" providerId="Windows Live" clId="Web-{4130A556-6277-B58F-13A6-929508BD7AE8}" dt="2025-01-02T18:58:18.356" v="137"/>
      <pc:docMkLst>
        <pc:docMk/>
      </pc:docMkLst>
      <pc:sldChg chg="addSp modSp new">
        <pc:chgData name="Guest User" userId="" providerId="Windows Live" clId="Web-{4130A556-6277-B58F-13A6-929508BD7AE8}" dt="2025-01-02T18:48:11.388" v="43" actId="20577"/>
        <pc:sldMkLst>
          <pc:docMk/>
          <pc:sldMk cId="3252158875" sldId="270"/>
        </pc:sldMkLst>
        <pc:spChg chg="mod">
          <ac:chgData name="Guest User" userId="" providerId="Windows Live" clId="Web-{4130A556-6277-B58F-13A6-929508BD7AE8}" dt="2025-01-02T18:47:41.591" v="18" actId="20577"/>
          <ac:spMkLst>
            <pc:docMk/>
            <pc:sldMk cId="3252158875" sldId="270"/>
            <ac:spMk id="2" creationId="{E7F8C104-7D09-36B2-045E-A53CC582F139}"/>
          </ac:spMkLst>
        </pc:spChg>
        <pc:spChg chg="add mod">
          <ac:chgData name="Guest User" userId="" providerId="Windows Live" clId="Web-{4130A556-6277-B58F-13A6-929508BD7AE8}" dt="2025-01-02T18:48:11.388" v="43" actId="20577"/>
          <ac:spMkLst>
            <pc:docMk/>
            <pc:sldMk cId="3252158875" sldId="270"/>
            <ac:spMk id="3" creationId="{D5209C24-0E7D-1867-0636-3D47235A245A}"/>
          </ac:spMkLst>
        </pc:spChg>
      </pc:sldChg>
      <pc:sldChg chg="addSp delSp modSp new mod setBg">
        <pc:chgData name="Guest User" userId="" providerId="Windows Live" clId="Web-{4130A556-6277-B58F-13A6-929508BD7AE8}" dt="2025-01-02T18:54:14.319" v="103" actId="14100"/>
        <pc:sldMkLst>
          <pc:docMk/>
          <pc:sldMk cId="2765452369" sldId="271"/>
        </pc:sldMkLst>
        <pc:spChg chg="mod">
          <ac:chgData name="Guest User" userId="" providerId="Windows Live" clId="Web-{4130A556-6277-B58F-13A6-929508BD7AE8}" dt="2025-01-02T18:52:08.769" v="79"/>
          <ac:spMkLst>
            <pc:docMk/>
            <pc:sldMk cId="2765452369" sldId="271"/>
            <ac:spMk id="2" creationId="{723ABBA1-87B2-2F19-D75F-CDE6FD50CA52}"/>
          </ac:spMkLst>
        </pc:spChg>
        <pc:spChg chg="add mod">
          <ac:chgData name="Guest User" userId="" providerId="Windows Live" clId="Web-{4130A556-6277-B58F-13A6-929508BD7AE8}" dt="2025-01-02T18:52:59.411" v="88" actId="1076"/>
          <ac:spMkLst>
            <pc:docMk/>
            <pc:sldMk cId="2765452369" sldId="271"/>
            <ac:spMk id="3" creationId="{FBE68CB2-493B-E6F3-76BA-7162FD43B8A5}"/>
          </ac:spMkLst>
        </pc:spChg>
        <pc:spChg chg="add mod">
          <ac:chgData name="Guest User" userId="" providerId="Windows Live" clId="Web-{4130A556-6277-B58F-13A6-929508BD7AE8}" dt="2025-01-02T18:54:14.319" v="103" actId="14100"/>
          <ac:spMkLst>
            <pc:docMk/>
            <pc:sldMk cId="2765452369" sldId="271"/>
            <ac:spMk id="4" creationId="{A4FA0822-0676-9D90-ED33-BAD68FBB056B}"/>
          </ac:spMkLst>
        </pc:spChg>
        <pc:spChg chg="add del">
          <ac:chgData name="Guest User" userId="" providerId="Windows Live" clId="Web-{4130A556-6277-B58F-13A6-929508BD7AE8}" dt="2025-01-02T18:52:02.394" v="77"/>
          <ac:spMkLst>
            <pc:docMk/>
            <pc:sldMk cId="2765452369" sldId="271"/>
            <ac:spMk id="10" creationId="{E0AE394F-AFF1-4485-AF1F-7387A2F041AA}"/>
          </ac:spMkLst>
        </pc:spChg>
        <pc:spChg chg="add del">
          <ac:chgData name="Guest User" userId="" providerId="Windows Live" clId="Web-{4130A556-6277-B58F-13A6-929508BD7AE8}" dt="2025-01-02T18:52:02.394" v="77"/>
          <ac:spMkLst>
            <pc:docMk/>
            <pc:sldMk cId="2765452369" sldId="271"/>
            <ac:spMk id="12" creationId="{5683D043-25BB-4AC9-8130-641179672614}"/>
          </ac:spMkLst>
        </pc:spChg>
        <pc:spChg chg="add del">
          <ac:chgData name="Guest User" userId="" providerId="Windows Live" clId="Web-{4130A556-6277-B58F-13A6-929508BD7AE8}" dt="2025-01-02T18:52:02.394" v="77"/>
          <ac:spMkLst>
            <pc:docMk/>
            <pc:sldMk cId="2765452369" sldId="271"/>
            <ac:spMk id="14" creationId="{AA61CCAC-6875-474C-8E9E-F57ABF078C2B}"/>
          </ac:spMkLst>
        </pc:spChg>
        <pc:spChg chg="add del">
          <ac:chgData name="Guest User" userId="" providerId="Windows Live" clId="Web-{4130A556-6277-B58F-13A6-929508BD7AE8}" dt="2025-01-02T18:52:08.769" v="79"/>
          <ac:spMkLst>
            <pc:docMk/>
            <pc:sldMk cId="2765452369" sldId="271"/>
            <ac:spMk id="16" creationId="{1740453C-744F-DB3A-47EC-15EACE1DC117}"/>
          </ac:spMkLst>
        </pc:spChg>
        <pc:spChg chg="add del">
          <ac:chgData name="Guest User" userId="" providerId="Windows Live" clId="Web-{4130A556-6277-B58F-13A6-929508BD7AE8}" dt="2025-01-02T18:52:08.769" v="79"/>
          <ac:spMkLst>
            <pc:docMk/>
            <pc:sldMk cId="2765452369" sldId="271"/>
            <ac:spMk id="18" creationId="{B6924B03-77BD-EAE3-2854-43363FF8E6BB}"/>
          </ac:spMkLst>
        </pc:spChg>
        <pc:spChg chg="add del">
          <ac:chgData name="Guest User" userId="" providerId="Windows Live" clId="Web-{4130A556-6277-B58F-13A6-929508BD7AE8}" dt="2025-01-02T18:52:08.769" v="79"/>
          <ac:spMkLst>
            <pc:docMk/>
            <pc:sldMk cId="2765452369" sldId="271"/>
            <ac:spMk id="19" creationId="{4D60F200-5EB0-B223-2439-C96C67F0FEE1}"/>
          </ac:spMkLst>
        </pc:spChg>
        <pc:spChg chg="add del">
          <ac:chgData name="Guest User" userId="" providerId="Windows Live" clId="Web-{4130A556-6277-B58F-13A6-929508BD7AE8}" dt="2025-01-02T18:52:08.769" v="79"/>
          <ac:spMkLst>
            <pc:docMk/>
            <pc:sldMk cId="2765452369" sldId="271"/>
            <ac:spMk id="20" creationId="{A6567EA8-C72D-4B9B-D23F-6B2E9F9C9F47}"/>
          </ac:spMkLst>
        </pc:spChg>
        <pc:spChg chg="add del">
          <ac:chgData name="Guest User" userId="" providerId="Windows Live" clId="Web-{4130A556-6277-B58F-13A6-929508BD7AE8}" dt="2025-01-02T18:52:08.769" v="79"/>
          <ac:spMkLst>
            <pc:docMk/>
            <pc:sldMk cId="2765452369" sldId="271"/>
            <ac:spMk id="21" creationId="{FEFBFA78-9360-1E01-5448-6D5AE0A32601}"/>
          </ac:spMkLst>
        </pc:spChg>
        <pc:picChg chg="add del mod">
          <ac:chgData name="Guest User" userId="" providerId="Windows Live" clId="Web-{4130A556-6277-B58F-13A6-929508BD7AE8}" dt="2025-01-02T18:54:07.991" v="102"/>
          <ac:picMkLst>
            <pc:docMk/>
            <pc:sldMk cId="2765452369" sldId="271"/>
            <ac:picMk id="5" creationId="{D1B7046F-61A0-DB53-3251-2297C3C8DE6B}"/>
          </ac:picMkLst>
        </pc:picChg>
        <pc:picChg chg="add del">
          <ac:chgData name="Guest User" userId="" providerId="Windows Live" clId="Web-{4130A556-6277-B58F-13A6-929508BD7AE8}" dt="2025-01-02T18:52:02.394" v="77"/>
          <ac:picMkLst>
            <pc:docMk/>
            <pc:sldMk cId="2765452369" sldId="271"/>
            <ac:picMk id="6" creationId="{99B0D2DB-2416-4A40-1613-2075B699D52C}"/>
          </ac:picMkLst>
        </pc:picChg>
        <pc:picChg chg="add del">
          <ac:chgData name="Guest User" userId="" providerId="Windows Live" clId="Web-{4130A556-6277-B58F-13A6-929508BD7AE8}" dt="2025-01-02T18:52:08.769" v="79"/>
          <ac:picMkLst>
            <pc:docMk/>
            <pc:sldMk cId="2765452369" sldId="271"/>
            <ac:picMk id="17" creationId="{FB79E1F2-2F94-E862-FD3F-717B33A32A1D}"/>
          </ac:picMkLst>
        </pc:picChg>
      </pc:sldChg>
      <pc:sldChg chg="addSp delSp modSp new mod setBg">
        <pc:chgData name="Guest User" userId="" providerId="Windows Live" clId="Web-{4130A556-6277-B58F-13A6-929508BD7AE8}" dt="2025-01-02T18:55:29.352" v="116" actId="14100"/>
        <pc:sldMkLst>
          <pc:docMk/>
          <pc:sldMk cId="2832672028" sldId="272"/>
        </pc:sldMkLst>
        <pc:spChg chg="del mod">
          <ac:chgData name="Guest User" userId="" providerId="Windows Live" clId="Web-{4130A556-6277-B58F-13A6-929508BD7AE8}" dt="2025-01-02T18:54:52.883" v="108"/>
          <ac:spMkLst>
            <pc:docMk/>
            <pc:sldMk cId="2832672028" sldId="272"/>
            <ac:spMk id="2" creationId="{073B7C36-A472-86DD-A694-10A742AC8F48}"/>
          </ac:spMkLst>
        </pc:spChg>
        <pc:spChg chg="add del">
          <ac:chgData name="Guest User" userId="" providerId="Windows Live" clId="Web-{4130A556-6277-B58F-13A6-929508BD7AE8}" dt="2025-01-02T18:54:41.335" v="107"/>
          <ac:spMkLst>
            <pc:docMk/>
            <pc:sldMk cId="2832672028" sldId="272"/>
            <ac:spMk id="8" creationId="{20D5D19D-0789-4518-B5DC-D47ADF69D25A}"/>
          </ac:spMkLst>
        </pc:spChg>
        <pc:spChg chg="add del">
          <ac:chgData name="Guest User" userId="" providerId="Windows Live" clId="Web-{4130A556-6277-B58F-13A6-929508BD7AE8}" dt="2025-01-02T18:54:41.335" v="107"/>
          <ac:spMkLst>
            <pc:docMk/>
            <pc:sldMk cId="2832672028" sldId="272"/>
            <ac:spMk id="15" creationId="{B81933D1-5615-42C7-9C0B-4EB7105CCE2D}"/>
          </ac:spMkLst>
        </pc:spChg>
        <pc:spChg chg="add del">
          <ac:chgData name="Guest User" userId="" providerId="Windows Live" clId="Web-{4130A556-6277-B58F-13A6-929508BD7AE8}" dt="2025-01-02T18:54:41.335" v="107"/>
          <ac:spMkLst>
            <pc:docMk/>
            <pc:sldMk cId="2832672028" sldId="272"/>
            <ac:spMk id="17" creationId="{19C9EAEA-39D0-4B0E-A0EB-51E7B26740B1}"/>
          </ac:spMkLst>
        </pc:spChg>
        <pc:grpChg chg="add del">
          <ac:chgData name="Guest User" userId="" providerId="Windows Live" clId="Web-{4130A556-6277-B58F-13A6-929508BD7AE8}" dt="2025-01-02T18:54:41.335" v="107"/>
          <ac:grpSpMkLst>
            <pc:docMk/>
            <pc:sldMk cId="2832672028" sldId="272"/>
            <ac:grpSpMk id="10" creationId="{032D8612-31EB-44CF-A1D0-14FD4C705424}"/>
          </ac:grpSpMkLst>
        </pc:grpChg>
        <pc:picChg chg="add del mod">
          <ac:chgData name="Guest User" userId="" providerId="Windows Live" clId="Web-{4130A556-6277-B58F-13A6-929508BD7AE8}" dt="2025-01-02T18:55:15.524" v="113"/>
          <ac:picMkLst>
            <pc:docMk/>
            <pc:sldMk cId="2832672028" sldId="272"/>
            <ac:picMk id="3" creationId="{A190CCC3-ED48-DF42-EE90-1DD2509A3656}"/>
          </ac:picMkLst>
        </pc:picChg>
        <pc:picChg chg="add mod">
          <ac:chgData name="Guest User" userId="" providerId="Windows Live" clId="Web-{4130A556-6277-B58F-13A6-929508BD7AE8}" dt="2025-01-02T18:55:29.352" v="116" actId="14100"/>
          <ac:picMkLst>
            <pc:docMk/>
            <pc:sldMk cId="2832672028" sldId="272"/>
            <ac:picMk id="4" creationId="{84EDB28B-A607-9B52-1D97-AB2875F8A25F}"/>
          </ac:picMkLst>
        </pc:picChg>
      </pc:sldChg>
      <pc:sldChg chg="new del">
        <pc:chgData name="Guest User" userId="" providerId="Windows Live" clId="Web-{4130A556-6277-B58F-13A6-929508BD7AE8}" dt="2025-01-02T18:47:51.794" v="20"/>
        <pc:sldMkLst>
          <pc:docMk/>
          <pc:sldMk cId="3624793528" sldId="272"/>
        </pc:sldMkLst>
      </pc:sldChg>
      <pc:sldChg chg="modSp new ord">
        <pc:chgData name="Guest User" userId="" providerId="Windows Live" clId="Web-{4130A556-6277-B58F-13A6-929508BD7AE8}" dt="2025-01-02T18:58:18.356" v="137"/>
        <pc:sldMkLst>
          <pc:docMk/>
          <pc:sldMk cId="372429008" sldId="273"/>
        </pc:sldMkLst>
        <pc:spChg chg="mod">
          <ac:chgData name="Guest User" userId="" providerId="Windows Live" clId="Web-{4130A556-6277-B58F-13A6-929508BD7AE8}" dt="2025-01-02T18:57:11.839" v="127" actId="20577"/>
          <ac:spMkLst>
            <pc:docMk/>
            <pc:sldMk cId="372429008" sldId="273"/>
            <ac:spMk id="2" creationId="{DF8F82B5-78B6-0271-EB27-BF1E3277EE48}"/>
          </ac:spMkLst>
        </pc:spChg>
      </pc:sldChg>
      <pc:sldChg chg="modSp new">
        <pc:chgData name="Guest User" userId="" providerId="Windows Live" clId="Web-{4130A556-6277-B58F-13A6-929508BD7AE8}" dt="2025-01-02T18:57:15.370" v="128" actId="20577"/>
        <pc:sldMkLst>
          <pc:docMk/>
          <pc:sldMk cId="3798369578" sldId="274"/>
        </pc:sldMkLst>
        <pc:spChg chg="mod">
          <ac:chgData name="Guest User" userId="" providerId="Windows Live" clId="Web-{4130A556-6277-B58F-13A6-929508BD7AE8}" dt="2025-01-02T18:57:15.370" v="128" actId="20577"/>
          <ac:spMkLst>
            <pc:docMk/>
            <pc:sldMk cId="3798369578" sldId="274"/>
            <ac:spMk id="2" creationId="{3904E26D-07DE-1AA1-FC19-15520612BD48}"/>
          </ac:spMkLst>
        </pc:spChg>
      </pc:sldChg>
      <pc:sldChg chg="addSp modSp new ord">
        <pc:chgData name="Guest User" userId="" providerId="Windows Live" clId="Web-{4130A556-6277-B58F-13A6-929508BD7AE8}" dt="2025-01-02T18:58:13.450" v="136"/>
        <pc:sldMkLst>
          <pc:docMk/>
          <pc:sldMk cId="309652067" sldId="275"/>
        </pc:sldMkLst>
        <pc:spChg chg="mod">
          <ac:chgData name="Guest User" userId="" providerId="Windows Live" clId="Web-{4130A556-6277-B58F-13A6-929508BD7AE8}" dt="2025-01-02T18:57:20.058" v="130" actId="20577"/>
          <ac:spMkLst>
            <pc:docMk/>
            <pc:sldMk cId="309652067" sldId="275"/>
            <ac:spMk id="2" creationId="{89E50C24-D84B-ED9B-8DC0-7754DFCF063A}"/>
          </ac:spMkLst>
        </pc:spChg>
        <pc:spChg chg="add mod">
          <ac:chgData name="Guest User" userId="" providerId="Windows Live" clId="Web-{4130A556-6277-B58F-13A6-929508BD7AE8}" dt="2025-01-02T18:57:48.371" v="135" actId="14100"/>
          <ac:spMkLst>
            <pc:docMk/>
            <pc:sldMk cId="309652067" sldId="275"/>
            <ac:spMk id="3" creationId="{C2444EB9-496F-FC5A-8113-29D086E24D1B}"/>
          </ac:spMkLst>
        </pc:spChg>
      </pc:sldChg>
      <pc:sldChg chg="new">
        <pc:chgData name="Guest User" userId="" providerId="Windows Live" clId="Web-{4130A556-6277-B58F-13A6-929508BD7AE8}" dt="2025-01-02T18:51:27.815" v="74"/>
        <pc:sldMkLst>
          <pc:docMk/>
          <pc:sldMk cId="3683009706" sldId="276"/>
        </pc:sldMkLst>
      </pc:sldChg>
      <pc:sldChg chg="new">
        <pc:chgData name="Guest User" userId="" providerId="Windows Live" clId="Web-{4130A556-6277-B58F-13A6-929508BD7AE8}" dt="2025-01-02T18:51:33.675" v="75"/>
        <pc:sldMkLst>
          <pc:docMk/>
          <pc:sldMk cId="4001969866" sldId="277"/>
        </pc:sldMkLst>
      </pc:sldChg>
      <pc:sldChg chg="delSp add ord replId">
        <pc:chgData name="Guest User" userId="" providerId="Windows Live" clId="Web-{4130A556-6277-B58F-13A6-929508BD7AE8}" dt="2025-01-02T18:56:26.057" v="119"/>
        <pc:sldMkLst>
          <pc:docMk/>
          <pc:sldMk cId="1387557771" sldId="278"/>
        </pc:sldMkLst>
        <pc:picChg chg="del">
          <ac:chgData name="Guest User" userId="" providerId="Windows Live" clId="Web-{4130A556-6277-B58F-13A6-929508BD7AE8}" dt="2025-01-02T18:56:26.057" v="119"/>
          <ac:picMkLst>
            <pc:docMk/>
            <pc:sldMk cId="1387557771" sldId="278"/>
            <ac:picMk id="4" creationId="{84EDB28B-A607-9B52-1D97-AB2875F8A25F}"/>
          </ac:picMkLst>
        </pc:picChg>
      </pc:sldChg>
      <pc:sldChg chg="add ord replId">
        <pc:chgData name="Guest User" userId="" providerId="Windows Live" clId="Web-{4130A556-6277-B58F-13A6-929508BD7AE8}" dt="2025-01-02T18:56:57.354" v="126"/>
        <pc:sldMkLst>
          <pc:docMk/>
          <pc:sldMk cId="279593093" sldId="279"/>
        </pc:sldMkLst>
      </pc:sldChg>
      <pc:sldChg chg="new">
        <pc:chgData name="Guest User" userId="" providerId="Windows Live" clId="Web-{4130A556-6277-B58F-13A6-929508BD7AE8}" dt="2025-01-02T18:56:47.417" v="123"/>
        <pc:sldMkLst>
          <pc:docMk/>
          <pc:sldMk cId="456602406" sldId="280"/>
        </pc:sldMkLst>
      </pc:sldChg>
      <pc:sldChg chg="add replId">
        <pc:chgData name="Guest User" userId="" providerId="Windows Live" clId="Web-{4130A556-6277-B58F-13A6-929508BD7AE8}" dt="2025-01-02T18:56:52.885" v="124"/>
        <pc:sldMkLst>
          <pc:docMk/>
          <pc:sldMk cId="4022931629" sldId="281"/>
        </pc:sldMkLst>
      </pc:sldChg>
    </pc:docChg>
  </pc:docChgLst>
  <pc:docChgLst>
    <pc:chgData name="Guest User" providerId="Windows Live" clId="Web-{C9713011-D849-AC11-3DF1-AAF5974B4D16}"/>
    <pc:docChg chg="modSld">
      <pc:chgData name="Guest User" userId="" providerId="Windows Live" clId="Web-{C9713011-D849-AC11-3DF1-AAF5974B4D16}" dt="2024-11-19T18:00:56.901" v="18" actId="1076"/>
      <pc:docMkLst>
        <pc:docMk/>
      </pc:docMkLst>
      <pc:sldChg chg="addSp delSp modSp mod modClrScheme delDesignElem chgLayout">
        <pc:chgData name="Guest User" userId="" providerId="Windows Live" clId="Web-{C9713011-D849-AC11-3DF1-AAF5974B4D16}" dt="2024-11-19T18:00:56.901" v="18" actId="1076"/>
        <pc:sldMkLst>
          <pc:docMk/>
          <pc:sldMk cId="959713195" sldId="264"/>
        </pc:sldMkLst>
        <pc:spChg chg="mod ord">
          <ac:chgData name="Guest User" userId="" providerId="Windows Live" clId="Web-{C9713011-D849-AC11-3DF1-AAF5974B4D16}" dt="2024-11-19T18:00:03.086" v="1"/>
          <ac:spMkLst>
            <pc:docMk/>
            <pc:sldMk cId="959713195" sldId="264"/>
            <ac:spMk id="2" creationId="{5C122933-AE32-0766-DDA4-72AC83FD280E}"/>
          </ac:spMkLst>
        </pc:spChg>
      </pc:sldChg>
    </pc:docChg>
  </pc:docChgLst>
  <pc:docChgLst>
    <pc:chgData name="Guest User" providerId="Windows Live" clId="Web-{878740F9-9D79-D9E1-AE86-494B2C6D207D}"/>
    <pc:docChg chg="modSld">
      <pc:chgData name="Guest User" userId="" providerId="Windows Live" clId="Web-{878740F9-9D79-D9E1-AE86-494B2C6D207D}" dt="2024-11-22T03:06:26.019" v="117"/>
      <pc:docMkLst>
        <pc:docMk/>
      </pc:docMkLst>
      <pc:sldChg chg="modSp">
        <pc:chgData name="Guest User" userId="" providerId="Windows Live" clId="Web-{878740F9-9D79-D9E1-AE86-494B2C6D207D}" dt="2024-11-22T02:36:10.665" v="56" actId="20577"/>
        <pc:sldMkLst>
          <pc:docMk/>
          <pc:sldMk cId="3025577321" sldId="258"/>
        </pc:sldMkLst>
        <pc:spChg chg="mod">
          <ac:chgData name="Guest User" userId="" providerId="Windows Live" clId="Web-{878740F9-9D79-D9E1-AE86-494B2C6D207D}" dt="2024-11-22T02:36:10.665" v="56" actId="20577"/>
          <ac:spMkLst>
            <pc:docMk/>
            <pc:sldMk cId="3025577321" sldId="258"/>
            <ac:spMk id="4" creationId="{B0C8636C-F160-C067-03D3-6B8AE18A40FF}"/>
          </ac:spMkLst>
        </pc:spChg>
      </pc:sldChg>
      <pc:sldChg chg="modSp">
        <pc:chgData name="Guest User" userId="" providerId="Windows Live" clId="Web-{878740F9-9D79-D9E1-AE86-494B2C6D207D}" dt="2024-11-22T02:52:27.142" v="108" actId="20577"/>
        <pc:sldMkLst>
          <pc:docMk/>
          <pc:sldMk cId="776863926" sldId="259"/>
        </pc:sldMkLst>
        <pc:spChg chg="mod">
          <ac:chgData name="Guest User" userId="" providerId="Windows Live" clId="Web-{878740F9-9D79-D9E1-AE86-494B2C6D207D}" dt="2024-11-22T02:52:27.142" v="108" actId="20577"/>
          <ac:spMkLst>
            <pc:docMk/>
            <pc:sldMk cId="776863926" sldId="259"/>
            <ac:spMk id="5" creationId="{3DE36F7D-0BE7-D633-82CC-7028F53ACAED}"/>
          </ac:spMkLst>
        </pc:spChg>
      </pc:sldChg>
      <pc:sldChg chg="modSp">
        <pc:chgData name="Guest User" userId="" providerId="Windows Live" clId="Web-{878740F9-9D79-D9E1-AE86-494B2C6D207D}" dt="2024-11-22T02:38:41.109" v="79" actId="20577"/>
        <pc:sldMkLst>
          <pc:docMk/>
          <pc:sldMk cId="3081170701" sldId="262"/>
        </pc:sldMkLst>
        <pc:spChg chg="mod">
          <ac:chgData name="Guest User" userId="" providerId="Windows Live" clId="Web-{878740F9-9D79-D9E1-AE86-494B2C6D207D}" dt="2024-11-22T02:38:41.109" v="79" actId="20577"/>
          <ac:spMkLst>
            <pc:docMk/>
            <pc:sldMk cId="3081170701" sldId="262"/>
            <ac:spMk id="3" creationId="{A16B9900-A715-B380-5C5F-F69504FBD52F}"/>
          </ac:spMkLst>
        </pc:spChg>
      </pc:sldChg>
      <pc:sldChg chg="modSp">
        <pc:chgData name="Guest User" userId="" providerId="Windows Live" clId="Web-{878740F9-9D79-D9E1-AE86-494B2C6D207D}" dt="2024-11-22T02:39:46.861" v="92" actId="20577"/>
        <pc:sldMkLst>
          <pc:docMk/>
          <pc:sldMk cId="2872713348" sldId="263"/>
        </pc:sldMkLst>
        <pc:spChg chg="mod">
          <ac:chgData name="Guest User" userId="" providerId="Windows Live" clId="Web-{878740F9-9D79-D9E1-AE86-494B2C6D207D}" dt="2024-11-22T02:39:46.861" v="92" actId="20577"/>
          <ac:spMkLst>
            <pc:docMk/>
            <pc:sldMk cId="2872713348" sldId="263"/>
            <ac:spMk id="4" creationId="{A0681DB0-4780-9D25-4DA4-22EA55006DAE}"/>
          </ac:spMkLst>
        </pc:spChg>
      </pc:sldChg>
      <pc:sldChg chg="modSp">
        <pc:chgData name="Guest User" userId="" providerId="Windows Live" clId="Web-{878740F9-9D79-D9E1-AE86-494B2C6D207D}" dt="2024-11-22T02:55:40.618" v="109" actId="1076"/>
        <pc:sldMkLst>
          <pc:docMk/>
          <pc:sldMk cId="959713195" sldId="264"/>
        </pc:sldMkLst>
        <pc:picChg chg="mod">
          <ac:chgData name="Guest User" userId="" providerId="Windows Live" clId="Web-{878740F9-9D79-D9E1-AE86-494B2C6D207D}" dt="2024-11-22T02:55:40.618" v="109" actId="1076"/>
          <ac:picMkLst>
            <pc:docMk/>
            <pc:sldMk cId="959713195" sldId="264"/>
            <ac:picMk id="7" creationId="{A355EC13-C8D9-ABBA-BCE1-1B38CBB32168}"/>
          </ac:picMkLst>
        </pc:picChg>
      </pc:sldChg>
      <pc:sldChg chg="modSp">
        <pc:chgData name="Guest User" userId="" providerId="Windows Live" clId="Web-{878740F9-9D79-D9E1-AE86-494B2C6D207D}" dt="2024-11-22T03:06:26.019" v="117"/>
        <pc:sldMkLst>
          <pc:docMk/>
          <pc:sldMk cId="3132253772" sldId="265"/>
        </pc:sldMkLst>
        <pc:graphicFrameChg chg="mod modGraphic">
          <ac:chgData name="Guest User" userId="" providerId="Windows Live" clId="Web-{878740F9-9D79-D9E1-AE86-494B2C6D207D}" dt="2024-11-22T03:06:26.019" v="117"/>
          <ac:graphicFrameMkLst>
            <pc:docMk/>
            <pc:sldMk cId="3132253772" sldId="265"/>
            <ac:graphicFrameMk id="4" creationId="{F275EB5C-5754-6453-538F-6EBB8411CDF7}"/>
          </ac:graphicFrameMkLst>
        </pc:graphicFrameChg>
      </pc:sldChg>
      <pc:sldChg chg="modSp">
        <pc:chgData name="Guest User" userId="" providerId="Windows Live" clId="Web-{878740F9-9D79-D9E1-AE86-494B2C6D207D}" dt="2024-11-22T02:51:13.357" v="105" actId="20577"/>
        <pc:sldMkLst>
          <pc:docMk/>
          <pc:sldMk cId="1611315192" sldId="267"/>
        </pc:sldMkLst>
        <pc:spChg chg="mod">
          <ac:chgData name="Guest User" userId="" providerId="Windows Live" clId="Web-{878740F9-9D79-D9E1-AE86-494B2C6D207D}" dt="2024-11-22T02:51:13.357" v="105" actId="20577"/>
          <ac:spMkLst>
            <pc:docMk/>
            <pc:sldMk cId="1611315192" sldId="267"/>
            <ac:spMk id="3" creationId="{E54E347F-E73D-16D1-8455-A37BFEB60BB1}"/>
          </ac:spMkLst>
        </pc:spChg>
      </pc:sldChg>
      <pc:sldChg chg="modSp">
        <pc:chgData name="Guest User" userId="" providerId="Windows Live" clId="Web-{878740F9-9D79-D9E1-AE86-494B2C6D207D}" dt="2024-11-22T02:50:42.169" v="103" actId="20577"/>
        <pc:sldMkLst>
          <pc:docMk/>
          <pc:sldMk cId="1467377479" sldId="268"/>
        </pc:sldMkLst>
        <pc:spChg chg="mod">
          <ac:chgData name="Guest User" userId="" providerId="Windows Live" clId="Web-{878740F9-9D79-D9E1-AE86-494B2C6D207D}" dt="2024-11-22T02:50:42.169" v="103" actId="20577"/>
          <ac:spMkLst>
            <pc:docMk/>
            <pc:sldMk cId="1467377479" sldId="268"/>
            <ac:spMk id="3" creationId="{7A1401D3-665F-74FF-D9E8-506AB2AAD458}"/>
          </ac:spMkLst>
        </pc:spChg>
      </pc:sldChg>
      <pc:sldChg chg="modTransition">
        <pc:chgData name="Guest User" userId="" providerId="Windows Live" clId="Web-{878740F9-9D79-D9E1-AE86-494B2C6D207D}" dt="2024-11-22T02:46:31.206" v="94"/>
        <pc:sldMkLst>
          <pc:docMk/>
          <pc:sldMk cId="3329488942" sldId="269"/>
        </pc:sldMkLst>
      </pc:sldChg>
    </pc:docChg>
  </pc:docChgLst>
  <pc:docChgLst>
    <pc:chgData name="Guest User" providerId="Windows Live" clId="Web-{4D3B7898-51C5-B96B-CA14-DD7ED3F74B43}"/>
    <pc:docChg chg="addSld modSld sldOrd">
      <pc:chgData name="Guest User" userId="" providerId="Windows Live" clId="Web-{4D3B7898-51C5-B96B-CA14-DD7ED3F74B43}" dt="2024-11-22T03:28:06.897" v="9"/>
      <pc:docMkLst>
        <pc:docMk/>
      </pc:docMkLst>
      <pc:sldChg chg="ord">
        <pc:chgData name="Guest User" userId="" providerId="Windows Live" clId="Web-{4D3B7898-51C5-B96B-CA14-DD7ED3F74B43}" dt="2024-11-22T03:02:04.346" v="2"/>
        <pc:sldMkLst>
          <pc:docMk/>
          <pc:sldMk cId="3081170701" sldId="262"/>
        </pc:sldMkLst>
      </pc:sldChg>
      <pc:sldChg chg="ord">
        <pc:chgData name="Guest User" userId="" providerId="Windows Live" clId="Web-{4D3B7898-51C5-B96B-CA14-DD7ED3F74B43}" dt="2024-11-22T03:02:16.815" v="3"/>
        <pc:sldMkLst>
          <pc:docMk/>
          <pc:sldMk cId="2872713348" sldId="263"/>
        </pc:sldMkLst>
      </pc:sldChg>
      <pc:sldChg chg="modSp ord">
        <pc:chgData name="Guest User" userId="" providerId="Windows Live" clId="Web-{4D3B7898-51C5-B96B-CA14-DD7ED3F74B43}" dt="2024-11-22T03:02:31.488" v="5" actId="14100"/>
        <pc:sldMkLst>
          <pc:docMk/>
          <pc:sldMk cId="959713195" sldId="264"/>
        </pc:sldMkLst>
        <pc:picChg chg="mod">
          <ac:chgData name="Guest User" userId="" providerId="Windows Live" clId="Web-{4D3B7898-51C5-B96B-CA14-DD7ED3F74B43}" dt="2024-11-22T03:02:31.488" v="5" actId="14100"/>
          <ac:picMkLst>
            <pc:docMk/>
            <pc:sldMk cId="959713195" sldId="264"/>
            <ac:picMk id="7" creationId="{A355EC13-C8D9-ABBA-BCE1-1B38CBB32168}"/>
          </ac:picMkLst>
        </pc:picChg>
      </pc:sldChg>
      <pc:sldChg chg="modSp">
        <pc:chgData name="Guest User" userId="" providerId="Windows Live" clId="Web-{4D3B7898-51C5-B96B-CA14-DD7ED3F74B43}" dt="2024-11-22T03:03:02.598" v="8"/>
        <pc:sldMkLst>
          <pc:docMk/>
          <pc:sldMk cId="3709733310" sldId="266"/>
        </pc:sldMkLst>
        <pc:spChg chg="mod">
          <ac:chgData name="Guest User" userId="" providerId="Windows Live" clId="Web-{4D3B7898-51C5-B96B-CA14-DD7ED3F74B43}" dt="2024-11-22T03:03:02.598" v="8"/>
          <ac:spMkLst>
            <pc:docMk/>
            <pc:sldMk cId="3709733310" sldId="266"/>
            <ac:spMk id="40" creationId="{489B7BFD-8F45-4093-AD9C-91B15B0503D9}"/>
          </ac:spMkLst>
        </pc:spChg>
      </pc:sldChg>
      <pc:sldChg chg="modSp">
        <pc:chgData name="Guest User" userId="" providerId="Windows Live" clId="Web-{4D3B7898-51C5-B96B-CA14-DD7ED3F74B43}" dt="2024-11-22T02:52:50.266" v="1" actId="14100"/>
        <pc:sldMkLst>
          <pc:docMk/>
          <pc:sldMk cId="1467377479" sldId="268"/>
        </pc:sldMkLst>
        <pc:spChg chg="mod">
          <ac:chgData name="Guest User" userId="" providerId="Windows Live" clId="Web-{4D3B7898-51C5-B96B-CA14-DD7ED3F74B43}" dt="2024-11-22T02:52:50.266" v="1" actId="14100"/>
          <ac:spMkLst>
            <pc:docMk/>
            <pc:sldMk cId="1467377479" sldId="268"/>
            <ac:spMk id="3" creationId="{7A1401D3-665F-74FF-D9E8-506AB2AAD458}"/>
          </ac:spMkLst>
        </pc:spChg>
      </pc:sldChg>
      <pc:sldChg chg="new">
        <pc:chgData name="Guest User" userId="" providerId="Windows Live" clId="Web-{4D3B7898-51C5-B96B-CA14-DD7ED3F74B43}" dt="2024-11-22T03:28:06.897" v="9"/>
        <pc:sldMkLst>
          <pc:docMk/>
          <pc:sldMk cId="1578557015" sldId="270"/>
        </pc:sldMkLst>
      </pc:sldChg>
    </pc:docChg>
  </pc:docChgLst>
  <pc:docChgLst>
    <pc:chgData name="Guest User" providerId="Windows Live" clId="Web-{3134B57C-5ACD-A445-3A3B-46B6FA2B7AC4}"/>
    <pc:docChg chg="modSld">
      <pc:chgData name="Guest User" userId="" providerId="Windows Live" clId="Web-{3134B57C-5ACD-A445-3A3B-46B6FA2B7AC4}" dt="2024-11-17T16:46:05.780" v="54" actId="20577"/>
      <pc:docMkLst>
        <pc:docMk/>
      </pc:docMkLst>
      <pc:sldChg chg="modSp">
        <pc:chgData name="Guest User" userId="" providerId="Windows Live" clId="Web-{3134B57C-5ACD-A445-3A3B-46B6FA2B7AC4}" dt="2024-11-17T16:44:33.043" v="22" actId="20577"/>
        <pc:sldMkLst>
          <pc:docMk/>
          <pc:sldMk cId="3081170701" sldId="262"/>
        </pc:sldMkLst>
        <pc:spChg chg="mod">
          <ac:chgData name="Guest User" userId="" providerId="Windows Live" clId="Web-{3134B57C-5ACD-A445-3A3B-46B6FA2B7AC4}" dt="2024-11-17T16:44:33.043" v="22" actId="20577"/>
          <ac:spMkLst>
            <pc:docMk/>
            <pc:sldMk cId="3081170701" sldId="262"/>
            <ac:spMk id="3" creationId="{A16B9900-A715-B380-5C5F-F69504FBD52F}"/>
          </ac:spMkLst>
        </pc:spChg>
      </pc:sldChg>
      <pc:sldChg chg="modSp">
        <pc:chgData name="Guest User" userId="" providerId="Windows Live" clId="Web-{3134B57C-5ACD-A445-3A3B-46B6FA2B7AC4}" dt="2024-11-17T16:46:05.780" v="54" actId="20577"/>
        <pc:sldMkLst>
          <pc:docMk/>
          <pc:sldMk cId="2872713348" sldId="263"/>
        </pc:sldMkLst>
        <pc:spChg chg="mod">
          <ac:chgData name="Guest User" userId="" providerId="Windows Live" clId="Web-{3134B57C-5ACD-A445-3A3B-46B6FA2B7AC4}" dt="2024-11-17T16:46:05.780" v="54" actId="20577"/>
          <ac:spMkLst>
            <pc:docMk/>
            <pc:sldMk cId="2872713348" sldId="263"/>
            <ac:spMk id="4" creationId="{A0681DB0-4780-9D25-4DA4-22EA55006DA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pPr/>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pPr/>
              <a:t>5/8/2026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pPr/>
              <a:t>5/8/2026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pPr/>
              <a:t>5/8/2026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pPr/>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pPr/>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pPr/>
              <a:t>5/8/2026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pPr/>
              <a:t>‹#›</a:t>
            </a:fld>
            <a:endParaRPr lang="en-US"/>
          </a:p>
        </p:txBody>
      </p:sp>
    </p:spTree>
    <p:extLst>
      <p:ext uri="{BB962C8B-B14F-4D97-AF65-F5344CB8AC3E}">
        <p14:creationId xmlns=""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468CB1B2-7FB2-FC99-2CF9-53833A0ED852}"/>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p>
        </p:txBody>
      </p:sp>
      <p:sp>
        <p:nvSpPr>
          <p:cNvPr id="7" name="Rectangle 6">
            <a:extLst>
              <a:ext uri="{FF2B5EF4-FFF2-40B4-BE49-F238E27FC236}">
                <a16:creationId xmlns="" xmlns:a16="http://schemas.microsoft.com/office/drawing/2014/main" id="{68BE4145-727D-7C91-9A65-D7EAC657D747}"/>
              </a:ext>
            </a:extLst>
          </p:cNvPr>
          <p:cNvSpPr>
            <a:spLocks noChangeArrowheads="1"/>
          </p:cNvSpPr>
          <p:nvPr/>
        </p:nvSpPr>
        <p:spPr bwMode="auto">
          <a:xfrm>
            <a:off x="0" y="1384300"/>
            <a:ext cx="121920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p>
        </p:txBody>
      </p:sp>
      <p:sp>
        <p:nvSpPr>
          <p:cNvPr id="17" name="Rectangle 16">
            <a:extLst>
              <a:ext uri="{FF2B5EF4-FFF2-40B4-BE49-F238E27FC236}">
                <a16:creationId xmlns="" xmlns:a16="http://schemas.microsoft.com/office/drawing/2014/main" id="{468CB1B2-7FB2-FC99-2CF9-53833A0ED852}"/>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p>
        </p:txBody>
      </p:sp>
      <p:sp>
        <p:nvSpPr>
          <p:cNvPr id="18" name="Rectangle 17">
            <a:extLst>
              <a:ext uri="{FF2B5EF4-FFF2-40B4-BE49-F238E27FC236}">
                <a16:creationId xmlns="" xmlns:a16="http://schemas.microsoft.com/office/drawing/2014/main" id="{68BE4145-727D-7C91-9A65-D7EAC657D747}"/>
              </a:ext>
            </a:extLst>
          </p:cNvPr>
          <p:cNvSpPr>
            <a:spLocks noChangeArrowheads="1"/>
          </p:cNvSpPr>
          <p:nvPr/>
        </p:nvSpPr>
        <p:spPr bwMode="auto">
          <a:xfrm>
            <a:off x="0" y="1384300"/>
            <a:ext cx="121920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p>
        </p:txBody>
      </p:sp>
      <p:sp>
        <p:nvSpPr>
          <p:cNvPr id="27" name="TextBox 26">
            <a:extLst>
              <a:ext uri="{FF2B5EF4-FFF2-40B4-BE49-F238E27FC236}">
                <a16:creationId xmlns="" xmlns:a16="http://schemas.microsoft.com/office/drawing/2014/main" id="{390C82AD-3298-49CD-AE35-53CEA066B640}"/>
              </a:ext>
            </a:extLst>
          </p:cNvPr>
          <p:cNvSpPr txBox="1"/>
          <p:nvPr/>
        </p:nvSpPr>
        <p:spPr>
          <a:xfrm rot="-10800000" flipV="1">
            <a:off x="-2" y="2105801"/>
            <a:ext cx="12192001"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IN" sz="6000" dirty="0">
                <a:latin typeface="+mj-lt"/>
                <a:cs typeface="Times New Roman"/>
              </a:rPr>
              <a:t>Project Title :  Expense tracker</a:t>
            </a:r>
            <a:r>
              <a:rPr lang="en-IN" sz="5400" dirty="0">
                <a:latin typeface="+mj-lt"/>
                <a:cs typeface="Times New Roman"/>
              </a:rPr>
              <a:t> </a:t>
            </a:r>
            <a:endParaRPr lang="en-US" sz="5400" u="sng" dirty="0">
              <a:latin typeface="+mj-lt"/>
              <a:cs typeface="Times New Roman"/>
            </a:endParaRPr>
          </a:p>
        </p:txBody>
      </p:sp>
    </p:spTree>
    <p:extLst>
      <p:ext uri="{BB962C8B-B14F-4D97-AF65-F5344CB8AC3E}">
        <p14:creationId xmlns="" xmlns:p14="http://schemas.microsoft.com/office/powerpoint/2010/main" val="109857222"/>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2450" y="1317625"/>
            <a:ext cx="10515600" cy="1325563"/>
          </a:xfrm>
        </p:spPr>
        <p:txBody>
          <a:bodyPr>
            <a:normAutofit/>
          </a:bodyPr>
          <a:lstStyle/>
          <a:p>
            <a:r>
              <a:rPr lang="en-US" sz="5400" dirty="0" smtClean="0"/>
              <a:t>Introduction</a:t>
            </a:r>
            <a:endParaRPr lang="en-US" sz="5400" dirty="0"/>
          </a:p>
        </p:txBody>
      </p:sp>
      <p:sp>
        <p:nvSpPr>
          <p:cNvPr id="3" name="Content Placeholder 2"/>
          <p:cNvSpPr>
            <a:spLocks noGrp="1"/>
          </p:cNvSpPr>
          <p:nvPr>
            <p:ph idx="1"/>
          </p:nvPr>
        </p:nvSpPr>
        <p:spPr>
          <a:xfrm>
            <a:off x="685800" y="2930525"/>
            <a:ext cx="10134600" cy="4351338"/>
          </a:xfrm>
        </p:spPr>
        <p:txBody>
          <a:bodyPr>
            <a:normAutofit/>
          </a:bodyPr>
          <a:lstStyle/>
          <a:p>
            <a:pPr algn="just">
              <a:buNone/>
            </a:pPr>
            <a:r>
              <a:rPr lang="en-US" sz="2400" dirty="0" smtClean="0"/>
              <a:t>  The Expense Tracker is a web-based application designed to help users monitor and manage daily income and expenses efficiently. The system provides transaction recording, expense categorization, balance calculation, and financial insights through charts and reports. It helps users improve budgeting habits and financial planning.</a:t>
            </a:r>
          </a:p>
          <a:p>
            <a:pPr algn="just">
              <a:buNone/>
            </a:pPr>
            <a:endParaRPr lang="en-US" sz="2400" dirty="0"/>
          </a:p>
        </p:txBody>
      </p:sp>
      <p:sp>
        <p:nvSpPr>
          <p:cNvPr id="5" name="sketchy line">
            <a:extLst>
              <a:ext uri="{FF2B5EF4-FFF2-40B4-BE49-F238E27FC236}">
                <a16:creationId xmlns="" xmlns:a16="http://schemas.microsoft.com/office/drawing/2014/main" id="{D4974D33-8DC5-464E-8C6D-BE58F0669C1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 xmlns:a16="http://schemas.microsoft.com/office/drawing/2014/main" id="{F13C74B1-5B17-4795-BED0-7140497B445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DCFA37A9-5F8A-1AC6-E0BD-4554CB4CEFFD}"/>
              </a:ext>
            </a:extLst>
          </p:cNvPr>
          <p:cNvSpPr>
            <a:spLocks noGrp="1"/>
          </p:cNvSpPr>
          <p:nvPr>
            <p:ph type="title"/>
          </p:nvPr>
        </p:nvSpPr>
        <p:spPr>
          <a:xfrm>
            <a:off x="640080" y="325369"/>
            <a:ext cx="4368602" cy="1956841"/>
          </a:xfrm>
        </p:spPr>
        <p:txBody>
          <a:bodyPr anchor="b">
            <a:normAutofit/>
          </a:bodyPr>
          <a:lstStyle/>
          <a:p>
            <a:r>
              <a:rPr lang="en-US" sz="5400" dirty="0">
                <a:latin typeface="Aptos"/>
                <a:cs typeface="Times New Roman"/>
              </a:rPr>
              <a:t>Problem Statement</a:t>
            </a:r>
          </a:p>
        </p:txBody>
      </p:sp>
      <p:sp>
        <p:nvSpPr>
          <p:cNvPr id="39" name="sketchy line">
            <a:extLst>
              <a:ext uri="{FF2B5EF4-FFF2-40B4-BE49-F238E27FC236}">
                <a16:creationId xmlns="" xmlns:a16="http://schemas.microsoft.com/office/drawing/2014/main" id="{D4974D33-8DC5-464E-8C6D-BE58F0669C1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 xmlns:a16="http://schemas.microsoft.com/office/drawing/2014/main" id="{CA69C05F-5D91-AB5C-50ED-81F668886532}"/>
              </a:ext>
            </a:extLst>
          </p:cNvPr>
          <p:cNvSpPr>
            <a:spLocks noGrp="1"/>
          </p:cNvSpPr>
          <p:nvPr>
            <p:ph idx="1"/>
          </p:nvPr>
        </p:nvSpPr>
        <p:spPr>
          <a:xfrm>
            <a:off x="640080" y="2872899"/>
            <a:ext cx="4243589" cy="3320668"/>
          </a:xfrm>
        </p:spPr>
        <p:txBody>
          <a:bodyPr vert="horz" lIns="91440" tIns="45720" rIns="91440" bIns="45720" rtlCol="0" anchor="t">
            <a:normAutofit/>
          </a:bodyPr>
          <a:lstStyle/>
          <a:p>
            <a:pPr marL="0" indent="0" algn="just">
              <a:buNone/>
            </a:pPr>
            <a:r>
              <a:rPr lang="en-US" sz="2400" dirty="0">
                <a:latin typeface="Aptos"/>
                <a:ea typeface="+mn-lt"/>
                <a:cs typeface="+mn-lt"/>
              </a:rPr>
              <a:t>To develop a web-based application that allows users to track and manage their daily expenses in a simple, organized, and user-friendly way. </a:t>
            </a:r>
            <a:endParaRPr lang="en-US" sz="2400" dirty="0">
              <a:latin typeface="Aptos"/>
              <a:cs typeface="Times New Roman"/>
            </a:endParaRPr>
          </a:p>
        </p:txBody>
      </p:sp>
      <p:pic>
        <p:nvPicPr>
          <p:cNvPr id="4" name="Picture 3" descr="A cell phone with a screen showing a graph and numbers&#10;&#10;Description automatically generated">
            <a:extLst>
              <a:ext uri="{FF2B5EF4-FFF2-40B4-BE49-F238E27FC236}">
                <a16:creationId xmlns="" xmlns:a16="http://schemas.microsoft.com/office/drawing/2014/main" id="{D2EADDB4-D1DB-FE59-5AEF-437E18C50303}"/>
              </a:ext>
            </a:extLst>
          </p:cNvPr>
          <p:cNvPicPr>
            <a:picLocks noChangeAspect="1"/>
          </p:cNvPicPr>
          <p:nvPr/>
        </p:nvPicPr>
        <p:blipFill>
          <a:blip r:embed="rId2" cstate="print"/>
          <a:srcRect t="302"/>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 xmlns:p14="http://schemas.microsoft.com/office/powerpoint/2010/main" val="3691125139"/>
      </p:ext>
    </p:extLst>
  </p:cSld>
  <p:clrMapOvr>
    <a:masterClrMapping/>
  </p:clrMapOvr>
  <mc:AlternateContent xmlns:mc="http://schemas.openxmlformats.org/markup-compatibility/2006">
    <mc:Choice xmlns="" xmlns:p14="http://schemas.microsoft.com/office/powerpoint/2010/main" Requires="p14">
      <p:transition p14:dur="100">
        <p:cut/>
      </p:transition>
    </mc:Choice>
    <mc:Fallback>
      <p:transition>
        <p:cu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17625"/>
            <a:ext cx="10515600" cy="1325563"/>
          </a:xfrm>
        </p:spPr>
        <p:txBody>
          <a:bodyPr>
            <a:normAutofit/>
          </a:bodyPr>
          <a:lstStyle/>
          <a:p>
            <a:r>
              <a:rPr lang="en-US" sz="5400" dirty="0" smtClean="0"/>
              <a:t>Objectives</a:t>
            </a:r>
            <a:endParaRPr lang="en-US" sz="5400" dirty="0"/>
          </a:p>
        </p:txBody>
      </p:sp>
      <p:sp>
        <p:nvSpPr>
          <p:cNvPr id="3" name="Content Placeholder 2"/>
          <p:cNvSpPr>
            <a:spLocks noGrp="1"/>
          </p:cNvSpPr>
          <p:nvPr>
            <p:ph idx="1"/>
          </p:nvPr>
        </p:nvSpPr>
        <p:spPr>
          <a:xfrm>
            <a:off x="704850" y="2892425"/>
            <a:ext cx="10515600" cy="4351338"/>
          </a:xfrm>
        </p:spPr>
        <p:txBody>
          <a:bodyPr>
            <a:normAutofit/>
          </a:bodyPr>
          <a:lstStyle/>
          <a:p>
            <a:pPr algn="just"/>
            <a:r>
              <a:rPr lang="en-US" sz="2400" dirty="0" smtClean="0"/>
              <a:t>To develop a user-friendly expense tracking system </a:t>
            </a:r>
          </a:p>
          <a:p>
            <a:pPr algn="just"/>
            <a:r>
              <a:rPr lang="en-US" sz="2400" dirty="0" smtClean="0"/>
              <a:t>To record daily income and expenses </a:t>
            </a:r>
          </a:p>
          <a:p>
            <a:pPr algn="just"/>
            <a:r>
              <a:rPr lang="en-US" sz="2400" dirty="0" smtClean="0"/>
              <a:t>To categorize financial transactions </a:t>
            </a:r>
          </a:p>
          <a:p>
            <a:pPr algn="just"/>
            <a:r>
              <a:rPr lang="en-US" sz="2400" dirty="0" smtClean="0"/>
              <a:t>To generate summaries and reports </a:t>
            </a:r>
          </a:p>
          <a:p>
            <a:pPr algn="just"/>
            <a:r>
              <a:rPr lang="en-US" sz="2400" dirty="0" smtClean="0"/>
              <a:t>To help users make better financial decisions</a:t>
            </a:r>
            <a:endParaRPr lang="en-US" sz="2400" dirty="0"/>
          </a:p>
        </p:txBody>
      </p:sp>
      <p:sp>
        <p:nvSpPr>
          <p:cNvPr id="4" name="sketchy line">
            <a:extLst>
              <a:ext uri="{FF2B5EF4-FFF2-40B4-BE49-F238E27FC236}">
                <a16:creationId xmlns="" xmlns:a16="http://schemas.microsoft.com/office/drawing/2014/main" id="{D4974D33-8DC5-464E-8C6D-BE58F0669C1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 xmlns:a16="http://schemas.microsoft.com/office/drawing/2014/main" id="{35DB3719-6FDC-4E5D-891D-FF40B7300F6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05251317-DBD6-3C33-31F1-154DC4E702D2}"/>
              </a:ext>
            </a:extLst>
          </p:cNvPr>
          <p:cNvSpPr>
            <a:spLocks noGrp="1"/>
          </p:cNvSpPr>
          <p:nvPr>
            <p:ph type="title"/>
          </p:nvPr>
        </p:nvSpPr>
        <p:spPr>
          <a:xfrm>
            <a:off x="798095" y="-196348"/>
            <a:ext cx="10515600" cy="1325563"/>
          </a:xfrm>
        </p:spPr>
        <p:txBody>
          <a:bodyPr>
            <a:normAutofit/>
          </a:bodyPr>
          <a:lstStyle/>
          <a:p>
            <a:r>
              <a:rPr lang="en-US" sz="5400"/>
              <a:t>LITERATURE SURVEY </a:t>
            </a:r>
          </a:p>
        </p:txBody>
      </p:sp>
      <p:sp>
        <p:nvSpPr>
          <p:cNvPr id="39" name="sketch line">
            <a:extLst>
              <a:ext uri="{FF2B5EF4-FFF2-40B4-BE49-F238E27FC236}">
                <a16:creationId xmlns="" xmlns:a16="http://schemas.microsoft.com/office/drawing/2014/main" id="{E0CBAC23-2E3F-4A90-BA59-F8299F6A54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 xmlns:a16="http://schemas.microsoft.com/office/drawing/2014/main" id="{F275EB5C-5754-6453-538F-6EBB8411CDF7}"/>
              </a:ext>
            </a:extLst>
          </p:cNvPr>
          <p:cNvGraphicFramePr>
            <a:graphicFrameLocks noGrp="1"/>
          </p:cNvGraphicFramePr>
          <p:nvPr>
            <p:ph idx="1"/>
            <p:extLst>
              <p:ext uri="{D42A27DB-BD31-4B8C-83A1-F6EECF244321}">
                <p14:modId xmlns="" xmlns:p14="http://schemas.microsoft.com/office/powerpoint/2010/main" val="2003216207"/>
              </p:ext>
            </p:extLst>
          </p:nvPr>
        </p:nvGraphicFramePr>
        <p:xfrm>
          <a:off x="250657" y="802105"/>
          <a:ext cx="11602018" cy="6619854"/>
        </p:xfrm>
        <a:graphic>
          <a:graphicData uri="http://schemas.openxmlformats.org/drawingml/2006/table">
            <a:tbl>
              <a:tblPr firstRow="1" bandRow="1">
                <a:tableStyleId>{5C22544A-7EE6-4342-B048-85BDC9FD1C3A}</a:tableStyleId>
              </a:tblPr>
              <a:tblGrid>
                <a:gridCol w="1207394">
                  <a:extLst>
                    <a:ext uri="{9D8B030D-6E8A-4147-A177-3AD203B41FA5}">
                      <a16:colId xmlns="" xmlns:a16="http://schemas.microsoft.com/office/drawing/2014/main" val="1329463589"/>
                    </a:ext>
                  </a:extLst>
                </a:gridCol>
                <a:gridCol w="1368378">
                  <a:extLst>
                    <a:ext uri="{9D8B030D-6E8A-4147-A177-3AD203B41FA5}">
                      <a16:colId xmlns="" xmlns:a16="http://schemas.microsoft.com/office/drawing/2014/main" val="3582547996"/>
                    </a:ext>
                  </a:extLst>
                </a:gridCol>
                <a:gridCol w="724435">
                  <a:extLst>
                    <a:ext uri="{9D8B030D-6E8A-4147-A177-3AD203B41FA5}">
                      <a16:colId xmlns="" xmlns:a16="http://schemas.microsoft.com/office/drawing/2014/main" val="1078619564"/>
                    </a:ext>
                  </a:extLst>
                </a:gridCol>
                <a:gridCol w="2092816">
                  <a:extLst>
                    <a:ext uri="{9D8B030D-6E8A-4147-A177-3AD203B41FA5}">
                      <a16:colId xmlns="" xmlns:a16="http://schemas.microsoft.com/office/drawing/2014/main" val="2566956944"/>
                    </a:ext>
                  </a:extLst>
                </a:gridCol>
                <a:gridCol w="1583024">
                  <a:extLst>
                    <a:ext uri="{9D8B030D-6E8A-4147-A177-3AD203B41FA5}">
                      <a16:colId xmlns="" xmlns:a16="http://schemas.microsoft.com/office/drawing/2014/main" val="512061529"/>
                    </a:ext>
                  </a:extLst>
                </a:gridCol>
                <a:gridCol w="1193954">
                  <a:extLst>
                    <a:ext uri="{9D8B030D-6E8A-4147-A177-3AD203B41FA5}">
                      <a16:colId xmlns="" xmlns:a16="http://schemas.microsoft.com/office/drawing/2014/main" val="402928852"/>
                    </a:ext>
                  </a:extLst>
                </a:gridCol>
                <a:gridCol w="1583028">
                  <a:extLst>
                    <a:ext uri="{9D8B030D-6E8A-4147-A177-3AD203B41FA5}">
                      <a16:colId xmlns="" xmlns:a16="http://schemas.microsoft.com/office/drawing/2014/main" val="3827579382"/>
                    </a:ext>
                  </a:extLst>
                </a:gridCol>
                <a:gridCol w="1848989">
                  <a:extLst>
                    <a:ext uri="{9D8B030D-6E8A-4147-A177-3AD203B41FA5}">
                      <a16:colId xmlns="" xmlns:a16="http://schemas.microsoft.com/office/drawing/2014/main" val="1592870681"/>
                    </a:ext>
                  </a:extLst>
                </a:gridCol>
              </a:tblGrid>
              <a:tr h="701144">
                <a:tc>
                  <a:txBody>
                    <a:bodyPr/>
                    <a:lstStyle/>
                    <a:p>
                      <a:pPr lvl="0">
                        <a:buNone/>
                      </a:pPr>
                      <a:r>
                        <a:rPr lang="en-US" sz="1400" b="0" i="0" u="none" strike="noStrike" noProof="0">
                          <a:latin typeface="Aptos"/>
                        </a:rPr>
                        <a:t>Paper</a:t>
                      </a:r>
                    </a:p>
                  </a:txBody>
                  <a:tcPr marL="73018" marR="73018" marT="36509" marB="36509"/>
                </a:tc>
                <a:tc>
                  <a:txBody>
                    <a:bodyPr/>
                    <a:lstStyle/>
                    <a:p>
                      <a:pPr lvl="0">
                        <a:buNone/>
                      </a:pPr>
                      <a:r>
                        <a:rPr lang="en-US" sz="1400" b="0" i="0" u="none" strike="noStrike" noProof="0">
                          <a:latin typeface="Aptos"/>
                        </a:rPr>
                        <a:t>Authors Name</a:t>
                      </a:r>
                      <a:endParaRPr lang="en-US" sz="1400"/>
                    </a:p>
                  </a:txBody>
                  <a:tcPr marL="73018" marR="73018" marT="36509" marB="36509"/>
                </a:tc>
                <a:tc>
                  <a:txBody>
                    <a:bodyPr/>
                    <a:lstStyle/>
                    <a:p>
                      <a:pPr lvl="0">
                        <a:buNone/>
                      </a:pPr>
                      <a:r>
                        <a:rPr lang="en-US" sz="1400" b="0" i="0" u="none" strike="noStrike" noProof="0">
                          <a:latin typeface="Aptos"/>
                        </a:rPr>
                        <a:t>Year of Publication</a:t>
                      </a:r>
                      <a:endParaRPr lang="en-US" sz="1400"/>
                    </a:p>
                  </a:txBody>
                  <a:tcPr marL="73018" marR="73018" marT="36509" marB="36509"/>
                </a:tc>
                <a:tc>
                  <a:txBody>
                    <a:bodyPr/>
                    <a:lstStyle/>
                    <a:p>
                      <a:pPr lvl="0">
                        <a:buNone/>
                      </a:pPr>
                      <a:r>
                        <a:rPr lang="en-US" sz="1400" b="0" i="0" u="none" strike="noStrike" noProof="0">
                          <a:latin typeface="Aptos"/>
                        </a:rPr>
                        <a:t>Approach</a:t>
                      </a:r>
                      <a:endParaRPr lang="en-US" sz="1400"/>
                    </a:p>
                  </a:txBody>
                  <a:tcPr marL="73018" marR="73018" marT="36509" marB="36509"/>
                </a:tc>
                <a:tc>
                  <a:txBody>
                    <a:bodyPr/>
                    <a:lstStyle/>
                    <a:p>
                      <a:pPr lvl="0">
                        <a:buNone/>
                      </a:pPr>
                      <a:r>
                        <a:rPr lang="en-US" sz="1400" b="0" i="0" u="none" strike="noStrike" noProof="0">
                          <a:latin typeface="Aptos"/>
                        </a:rPr>
                        <a:t>Dataset Description</a:t>
                      </a:r>
                      <a:endParaRPr lang="en-US" sz="1400"/>
                    </a:p>
                  </a:txBody>
                  <a:tcPr marL="73018" marR="73018" marT="36509" marB="36509"/>
                </a:tc>
                <a:tc>
                  <a:txBody>
                    <a:bodyPr/>
                    <a:lstStyle/>
                    <a:p>
                      <a:pPr lvl="0">
                        <a:buNone/>
                      </a:pPr>
                      <a:r>
                        <a:rPr lang="en-US" sz="1400" b="0" i="0" u="none" strike="noStrike" noProof="0">
                          <a:latin typeface="Aptos"/>
                        </a:rPr>
                        <a:t>Performance Parameter</a:t>
                      </a:r>
                      <a:endParaRPr lang="en-US" sz="1400"/>
                    </a:p>
                  </a:txBody>
                  <a:tcPr marL="73018" marR="73018" marT="36509" marB="36509"/>
                </a:tc>
                <a:tc>
                  <a:txBody>
                    <a:bodyPr/>
                    <a:lstStyle/>
                    <a:p>
                      <a:pPr lvl="0">
                        <a:buNone/>
                      </a:pPr>
                      <a:r>
                        <a:rPr lang="en-US" sz="1400" b="0" i="0" u="none" strike="noStrike" noProof="0">
                          <a:latin typeface="Aptos"/>
                        </a:rPr>
                        <a:t>Limitation</a:t>
                      </a:r>
                      <a:endParaRPr lang="en-US" sz="1400"/>
                    </a:p>
                  </a:txBody>
                  <a:tcPr marL="73018" marR="73018" marT="36509" marB="36509"/>
                </a:tc>
                <a:tc>
                  <a:txBody>
                    <a:bodyPr/>
                    <a:lstStyle/>
                    <a:p>
                      <a:pPr lvl="0">
                        <a:buNone/>
                      </a:pPr>
                      <a:r>
                        <a:rPr lang="en-US" sz="1400" b="0" i="0" u="none" strike="noStrike" noProof="0">
                          <a:latin typeface="Aptos"/>
                        </a:rPr>
                        <a:t>Gaps Identified</a:t>
                      </a:r>
                      <a:endParaRPr lang="en-US" sz="1400"/>
                    </a:p>
                  </a:txBody>
                  <a:tcPr marL="73018" marR="73018" marT="36509" marB="36509"/>
                </a:tc>
                <a:extLst>
                  <a:ext uri="{0D108BD9-81ED-4DB2-BD59-A6C34878D82A}">
                    <a16:rowId xmlns="" xmlns:a16="http://schemas.microsoft.com/office/drawing/2014/main" val="2678765606"/>
                  </a:ext>
                </a:extLst>
              </a:tr>
              <a:tr h="3340457">
                <a:tc>
                  <a:txBody>
                    <a:bodyPr/>
                    <a:lstStyle/>
                    <a:p>
                      <a:pPr marL="0" lvl="0" indent="0" algn="just">
                        <a:lnSpc>
                          <a:spcPct val="100000"/>
                        </a:lnSpc>
                        <a:buNone/>
                      </a:pPr>
                      <a:r>
                        <a:rPr lang="en-US" sz="1800" b="0" i="0" u="none" strike="noStrike" baseline="0" noProof="0" err="1">
                          <a:solidFill>
                            <a:srgbClr val="000000"/>
                          </a:solidFill>
                          <a:latin typeface="Aptos"/>
                        </a:rPr>
                        <a:t>TrackEZ</a:t>
                      </a:r>
                      <a:r>
                        <a:rPr lang="en-US" sz="1800" b="0" i="0" u="none" strike="noStrike" baseline="0" noProof="0">
                          <a:solidFill>
                            <a:srgbClr val="000000"/>
                          </a:solidFill>
                          <a:latin typeface="Aptos"/>
                        </a:rPr>
                        <a:t> Expense Tracker</a:t>
                      </a:r>
                      <a:endParaRPr lang="en-US" sz="1800"/>
                    </a:p>
                    <a:p>
                      <a:pPr lvl="0">
                        <a:buNone/>
                      </a:pPr>
                      <a:endParaRPr lang="en-US" sz="1800" b="0" i="0" u="none" strike="noStrike" noProof="0">
                        <a:latin typeface="Aptos"/>
                      </a:endParaRPr>
                    </a:p>
                  </a:txBody>
                  <a:tcPr marL="73018" marR="73018" marT="36509" marB="36509"/>
                </a:tc>
                <a:tc>
                  <a:txBody>
                    <a:bodyPr/>
                    <a:lstStyle/>
                    <a:p>
                      <a:pPr lvl="0">
                        <a:buNone/>
                      </a:pPr>
                      <a:r>
                        <a:rPr lang="en-US" sz="1800" b="0" i="0" u="none" strike="noStrike" noProof="0"/>
                        <a:t>Priyanka Bhatele, Divya Mahajan, Bhushan Mahajan</a:t>
                      </a:r>
                      <a:endParaRPr lang="en-US" sz="1800"/>
                    </a:p>
                  </a:txBody>
                  <a:tcPr marL="73018" marR="73018" marT="36509" marB="36509"/>
                </a:tc>
                <a:tc>
                  <a:txBody>
                    <a:bodyPr/>
                    <a:lstStyle/>
                    <a:p>
                      <a:pPr lvl="0">
                        <a:buNone/>
                      </a:pPr>
                      <a:r>
                        <a:rPr lang="en-US" sz="1800" b="0" i="0" u="none" strike="noStrike" noProof="0">
                          <a:latin typeface="Aptos"/>
                        </a:rPr>
                        <a:t>2023</a:t>
                      </a:r>
                    </a:p>
                  </a:txBody>
                  <a:tcPr marL="73018" marR="73018" marT="36509" marB="36509"/>
                </a:tc>
                <a:tc>
                  <a:txBody>
                    <a:bodyPr/>
                    <a:lstStyle/>
                    <a:p>
                      <a:pPr lvl="0" algn="just">
                        <a:buNone/>
                      </a:pPr>
                      <a:r>
                        <a:rPr lang="en-US" sz="1800" b="0" i="0" u="none" strike="noStrike" baseline="0" noProof="0">
                          <a:solidFill>
                            <a:srgbClr val="000000"/>
                          </a:solidFill>
                          <a:latin typeface="Aptos"/>
                        </a:rPr>
                        <a:t>The frontend is designed with HTML, CSS, and JavaScript. It supports features such as adding, viewing, and analyzing income and expenses. The data is visualized in real-time through charts and graphs </a:t>
                      </a:r>
                      <a:endParaRPr lang="en-US" sz="1800"/>
                    </a:p>
                  </a:txBody>
                  <a:tcPr marL="73018" marR="73018" marT="36509" marB="36509"/>
                </a:tc>
                <a:tc>
                  <a:txBody>
                    <a:bodyPr/>
                    <a:lstStyle/>
                    <a:p>
                      <a:pPr lvl="0">
                        <a:buNone/>
                      </a:pPr>
                      <a:r>
                        <a:rPr lang="en-US" sz="1800" b="0" i="0" u="none" strike="noStrike" baseline="0" noProof="0">
                          <a:solidFill>
                            <a:srgbClr val="000000"/>
                          </a:solidFill>
                          <a:latin typeface="Aptos"/>
                        </a:rPr>
                        <a:t>The application works with user-inputted income and expense entries, making it suitable for personal financial tracking</a:t>
                      </a:r>
                      <a:endParaRPr lang="en-US" sz="1800"/>
                    </a:p>
                  </a:txBody>
                  <a:tcPr marL="73018" marR="73018" marT="36509" marB="36509"/>
                </a:tc>
                <a:tc>
                  <a:txBody>
                    <a:bodyPr/>
                    <a:lstStyle/>
                    <a:p>
                      <a:pPr lvl="0">
                        <a:buNone/>
                      </a:pPr>
                      <a:r>
                        <a:rPr lang="en-US" sz="1800" b="0" i="0" u="none" strike="noStrike" noProof="0"/>
                        <a:t>The primary metrics include real-time data updates and positive user feedback</a:t>
                      </a:r>
                      <a:endParaRPr lang="en-US" sz="1800"/>
                    </a:p>
                  </a:txBody>
                  <a:tcPr marL="73018" marR="73018" marT="36509" marB="36509"/>
                </a:tc>
                <a:tc>
                  <a:txBody>
                    <a:bodyPr/>
                    <a:lstStyle/>
                    <a:p>
                      <a:pPr marL="0" lvl="0" indent="0" algn="l">
                        <a:lnSpc>
                          <a:spcPct val="100000"/>
                        </a:lnSpc>
                        <a:buNone/>
                      </a:pPr>
                      <a:r>
                        <a:rPr lang="en-US" sz="1800" b="0" i="0" u="none" strike="noStrike" baseline="0" noProof="0">
                          <a:solidFill>
                            <a:srgbClr val="000000"/>
                          </a:solidFill>
                          <a:latin typeface="Aptos"/>
                        </a:rPr>
                        <a:t>The app is limited to individual users and does not cater to shared or group expense tracking needs.</a:t>
                      </a:r>
                      <a:endParaRPr lang="en-US" sz="1800"/>
                    </a:p>
                    <a:p>
                      <a:pPr marL="0" lvl="0" indent="0" algn="l">
                        <a:lnSpc>
                          <a:spcPct val="100000"/>
                        </a:lnSpc>
                        <a:buNone/>
                      </a:pPr>
                      <a:endParaRPr lang="en-US" sz="1800"/>
                    </a:p>
                    <a:p>
                      <a:pPr lvl="0">
                        <a:buNone/>
                      </a:pPr>
                      <a:endParaRPr lang="en-US" sz="1800" b="0" i="0" u="none" strike="noStrike" noProof="0">
                        <a:latin typeface="Aptos"/>
                      </a:endParaRPr>
                    </a:p>
                  </a:txBody>
                  <a:tcPr marL="73018" marR="73018" marT="36509" marB="36509"/>
                </a:tc>
                <a:tc>
                  <a:txBody>
                    <a:bodyPr/>
                    <a:lstStyle/>
                    <a:p>
                      <a:pPr lvl="0">
                        <a:buNone/>
                      </a:pPr>
                      <a:r>
                        <a:rPr lang="en-US" sz="1800" b="0" i="0" u="none" strike="noStrike" baseline="0" noProof="0">
                          <a:solidFill>
                            <a:srgbClr val="000000"/>
                          </a:solidFill>
                          <a:latin typeface="Aptos"/>
                        </a:rPr>
                        <a:t>There is no provision for managing shared expenses, making it less suitable for collaborative financial management</a:t>
                      </a:r>
                      <a:endParaRPr lang="en-US" sz="1800"/>
                    </a:p>
                  </a:txBody>
                  <a:tcPr marL="73018" marR="73018" marT="36509" marB="36509"/>
                </a:tc>
                <a:extLst>
                  <a:ext uri="{0D108BD9-81ED-4DB2-BD59-A6C34878D82A}">
                    <a16:rowId xmlns="" xmlns:a16="http://schemas.microsoft.com/office/drawing/2014/main" val="2680684602"/>
                  </a:ext>
                </a:extLst>
              </a:tr>
              <a:tr h="1595705">
                <a:tc>
                  <a:txBody>
                    <a:bodyPr/>
                    <a:lstStyle/>
                    <a:p>
                      <a:pPr lvl="0">
                        <a:buNone/>
                      </a:pPr>
                      <a:r>
                        <a:rPr lang="en-US" sz="1800" b="0" i="0" u="none" strike="noStrike" noProof="0">
                          <a:latin typeface="Aptos"/>
                        </a:rPr>
                        <a:t>Expense A Smart Approach to Track Everyday Expense</a:t>
                      </a:r>
                      <a:endParaRPr lang="en-US" sz="1800"/>
                    </a:p>
                  </a:txBody>
                  <a:tcPr marL="73018" marR="73018" marT="36509" marB="36509">
                    <a:solidFill>
                      <a:schemeClr val="tx2">
                        <a:lumMod val="25000"/>
                        <a:lumOff val="75000"/>
                      </a:schemeClr>
                    </a:solidFill>
                  </a:tcPr>
                </a:tc>
                <a:tc>
                  <a:txBody>
                    <a:bodyPr/>
                    <a:lstStyle/>
                    <a:p>
                      <a:pPr lvl="0">
                        <a:buNone/>
                      </a:pPr>
                      <a:r>
                        <a:rPr lang="en-US" sz="1800" b="0" i="0" u="none" strike="noStrike" noProof="0"/>
                        <a:t>Shahed </a:t>
                      </a:r>
                      <a:r>
                        <a:rPr lang="en-US" sz="1800" b="0" i="0" u="none" strike="noStrike" noProof="0" err="1"/>
                        <a:t>Anzarus</a:t>
                      </a:r>
                      <a:r>
                        <a:rPr lang="en-US" sz="1800" b="0" i="0" u="none" strike="noStrike" noProof="0"/>
                        <a:t> Sabab, Sadman Saumik Islam</a:t>
                      </a:r>
                      <a:endParaRPr lang="en-US" sz="1800"/>
                    </a:p>
                  </a:txBody>
                  <a:tcPr marL="73018" marR="73018" marT="36509" marB="36509">
                    <a:solidFill>
                      <a:schemeClr val="tx2">
                        <a:lumMod val="25000"/>
                        <a:lumOff val="75000"/>
                      </a:schemeClr>
                    </a:solidFill>
                  </a:tcPr>
                </a:tc>
                <a:tc>
                  <a:txBody>
                    <a:bodyPr/>
                    <a:lstStyle/>
                    <a:p>
                      <a:pPr lvl="0">
                        <a:buNone/>
                      </a:pPr>
                      <a:r>
                        <a:rPr lang="en-US" sz="1800" b="0" i="0" u="none" strike="noStrike" noProof="0"/>
                        <a:t>2018</a:t>
                      </a:r>
                      <a:endParaRPr lang="en-US" sz="1800"/>
                    </a:p>
                  </a:txBody>
                  <a:tcPr marL="73018" marR="73018" marT="36509" marB="36509">
                    <a:solidFill>
                      <a:schemeClr val="tx2">
                        <a:lumMod val="25000"/>
                        <a:lumOff val="75000"/>
                      </a:schemeClr>
                    </a:solidFill>
                  </a:tcPr>
                </a:tc>
                <a:tc>
                  <a:txBody>
                    <a:bodyPr/>
                    <a:lstStyle/>
                    <a:p>
                      <a:pPr lvl="0">
                        <a:buNone/>
                      </a:pPr>
                      <a:r>
                        <a:rPr lang="en-US" sz="1800" b="0" i="0" u="none" strike="noStrike" noProof="0">
                          <a:latin typeface="Aptos"/>
                        </a:rPr>
                        <a:t>This paper describes a mobile application that uses  OCR and SMS parsing for automated expense tracking.</a:t>
                      </a:r>
                      <a:endParaRPr lang="en-US"/>
                    </a:p>
                  </a:txBody>
                  <a:tcPr marL="73018" marR="73018" marT="36509" marB="36509">
                    <a:solidFill>
                      <a:schemeClr val="tx2">
                        <a:lumMod val="25000"/>
                        <a:lumOff val="75000"/>
                      </a:schemeClr>
                    </a:solidFill>
                  </a:tcPr>
                </a:tc>
                <a:tc>
                  <a:txBody>
                    <a:bodyPr/>
                    <a:lstStyle/>
                    <a:p>
                      <a:pPr lvl="0">
                        <a:buNone/>
                      </a:pPr>
                      <a:r>
                        <a:rPr lang="en-US" sz="1800" b="0" i="0" u="none" strike="noStrike" baseline="0" noProof="0">
                          <a:solidFill>
                            <a:srgbClr val="000000"/>
                          </a:solidFill>
                          <a:latin typeface="Aptos"/>
                        </a:rPr>
                        <a:t>The app processes receipts and SMS as input data </a:t>
                      </a:r>
                      <a:endParaRPr lang="en-US"/>
                    </a:p>
                  </a:txBody>
                  <a:tcPr marL="73018" marR="73018" marT="36509" marB="36509">
                    <a:solidFill>
                      <a:schemeClr val="tx2">
                        <a:lumMod val="25000"/>
                        <a:lumOff val="75000"/>
                      </a:schemeClr>
                    </a:solidFill>
                  </a:tcPr>
                </a:tc>
                <a:tc>
                  <a:txBody>
                    <a:bodyPr/>
                    <a:lstStyle/>
                    <a:p>
                      <a:pPr lvl="0">
                        <a:buNone/>
                      </a:pPr>
                      <a:r>
                        <a:rPr lang="en-US" sz="1800" b="0" i="0" u="none" strike="noStrike" noProof="0">
                          <a:latin typeface="Aptos"/>
                        </a:rPr>
                        <a:t>It is measured by task completion time and success rate</a:t>
                      </a:r>
                      <a:endParaRPr lang="en-US"/>
                    </a:p>
                  </a:txBody>
                  <a:tcPr marL="73018" marR="73018" marT="36509" marB="36509">
                    <a:solidFill>
                      <a:schemeClr val="tx2">
                        <a:lumMod val="25000"/>
                        <a:lumOff val="75000"/>
                      </a:schemeClr>
                    </a:solidFill>
                  </a:tcPr>
                </a:tc>
                <a:tc>
                  <a:txBody>
                    <a:bodyPr/>
                    <a:lstStyle/>
                    <a:p>
                      <a:pPr lvl="0">
                        <a:buNone/>
                      </a:pPr>
                      <a:r>
                        <a:rPr lang="en-US" sz="1800" b="0" i="0" u="none" strike="noStrike" noProof="0">
                          <a:latin typeface="Aptos"/>
                        </a:rPr>
                        <a:t>OCR accuracy decreases under poor lighting or noisy images,</a:t>
                      </a:r>
                      <a:endParaRPr lang="en-US"/>
                    </a:p>
                  </a:txBody>
                  <a:tcPr marL="73018" marR="73018" marT="36509" marB="36509">
                    <a:solidFill>
                      <a:schemeClr val="tx2">
                        <a:lumMod val="25000"/>
                        <a:lumOff val="75000"/>
                      </a:schemeClr>
                    </a:solidFill>
                  </a:tcPr>
                </a:tc>
                <a:tc>
                  <a:txBody>
                    <a:bodyPr/>
                    <a:lstStyle/>
                    <a:p>
                      <a:pPr lvl="0">
                        <a:buNone/>
                      </a:pPr>
                      <a:r>
                        <a:rPr lang="en-US" sz="1800" b="0" i="0" u="none" strike="noStrike" noProof="0">
                          <a:latin typeface="Aptos"/>
                        </a:rPr>
                        <a:t>The system lacks automatic detection of regions of interest on receipts</a:t>
                      </a:r>
                      <a:endParaRPr lang="en-US"/>
                    </a:p>
                  </a:txBody>
                  <a:tcPr marL="73018" marR="73018" marT="36509" marB="36509">
                    <a:solidFill>
                      <a:schemeClr val="tx2">
                        <a:lumMod val="25000"/>
                        <a:lumOff val="75000"/>
                      </a:schemeClr>
                    </a:solidFill>
                  </a:tcPr>
                </a:tc>
                <a:extLst>
                  <a:ext uri="{0D108BD9-81ED-4DB2-BD59-A6C34878D82A}">
                    <a16:rowId xmlns="" xmlns:a16="http://schemas.microsoft.com/office/drawing/2014/main" val="3692613388"/>
                  </a:ext>
                </a:extLst>
              </a:tr>
            </a:tbl>
          </a:graphicData>
        </a:graphic>
      </p:graphicFrame>
    </p:spTree>
    <p:extLst>
      <p:ext uri="{BB962C8B-B14F-4D97-AF65-F5344CB8AC3E}">
        <p14:creationId xmlns="" xmlns:p14="http://schemas.microsoft.com/office/powerpoint/2010/main" val="313225377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0" name="Rectangle 69">
            <a:extLst>
              <a:ext uri="{FF2B5EF4-FFF2-40B4-BE49-F238E27FC236}">
                <a16:creationId xmlns="" xmlns:a16="http://schemas.microsoft.com/office/drawing/2014/main" id="{35DB3719-6FDC-4E5D-891D-FF40B7300F6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sketch line">
            <a:extLst>
              <a:ext uri="{FF2B5EF4-FFF2-40B4-BE49-F238E27FC236}">
                <a16:creationId xmlns="" xmlns:a16="http://schemas.microsoft.com/office/drawing/2014/main" id="{E0CBAC23-2E3F-4A90-BA59-F8299F6A54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ontent Placeholder 6">
            <a:extLst>
              <a:ext uri="{FF2B5EF4-FFF2-40B4-BE49-F238E27FC236}">
                <a16:creationId xmlns="" xmlns:a16="http://schemas.microsoft.com/office/drawing/2014/main" id="{673D53D7-D205-E165-2C5E-B5E03E1B820A}"/>
              </a:ext>
            </a:extLst>
          </p:cNvPr>
          <p:cNvGraphicFramePr>
            <a:graphicFrameLocks noGrp="1"/>
          </p:cNvGraphicFramePr>
          <p:nvPr>
            <p:ph idx="1"/>
            <p:extLst>
              <p:ext uri="{D42A27DB-BD31-4B8C-83A1-F6EECF244321}">
                <p14:modId xmlns="" xmlns:p14="http://schemas.microsoft.com/office/powerpoint/2010/main" val="74342315"/>
              </p:ext>
            </p:extLst>
          </p:nvPr>
        </p:nvGraphicFramePr>
        <p:xfrm>
          <a:off x="268310" y="965915"/>
          <a:ext cx="11655706" cy="5779896"/>
        </p:xfrm>
        <a:graphic>
          <a:graphicData uri="http://schemas.openxmlformats.org/drawingml/2006/table">
            <a:tbl>
              <a:tblPr firstRow="1" bandRow="1">
                <a:tableStyleId>{5C22544A-7EE6-4342-B048-85BDC9FD1C3A}</a:tableStyleId>
              </a:tblPr>
              <a:tblGrid>
                <a:gridCol w="1931831">
                  <a:extLst>
                    <a:ext uri="{9D8B030D-6E8A-4147-A177-3AD203B41FA5}">
                      <a16:colId xmlns="" xmlns:a16="http://schemas.microsoft.com/office/drawing/2014/main" val="2263951814"/>
                    </a:ext>
                  </a:extLst>
                </a:gridCol>
                <a:gridCol w="1214434">
                  <a:extLst>
                    <a:ext uri="{9D8B030D-6E8A-4147-A177-3AD203B41FA5}">
                      <a16:colId xmlns="" xmlns:a16="http://schemas.microsoft.com/office/drawing/2014/main" val="918907191"/>
                    </a:ext>
                  </a:extLst>
                </a:gridCol>
                <a:gridCol w="769262">
                  <a:extLst>
                    <a:ext uri="{9D8B030D-6E8A-4147-A177-3AD203B41FA5}">
                      <a16:colId xmlns="" xmlns:a16="http://schemas.microsoft.com/office/drawing/2014/main" val="3485059119"/>
                    </a:ext>
                  </a:extLst>
                </a:gridCol>
                <a:gridCol w="1730597">
                  <a:extLst>
                    <a:ext uri="{9D8B030D-6E8A-4147-A177-3AD203B41FA5}">
                      <a16:colId xmlns="" xmlns:a16="http://schemas.microsoft.com/office/drawing/2014/main" val="2584510856"/>
                    </a:ext>
                  </a:extLst>
                </a:gridCol>
                <a:gridCol w="1291838">
                  <a:extLst>
                    <a:ext uri="{9D8B030D-6E8A-4147-A177-3AD203B41FA5}">
                      <a16:colId xmlns="" xmlns:a16="http://schemas.microsoft.com/office/drawing/2014/main" val="2194361446"/>
                    </a:ext>
                  </a:extLst>
                </a:gridCol>
                <a:gridCol w="1273792">
                  <a:extLst>
                    <a:ext uri="{9D8B030D-6E8A-4147-A177-3AD203B41FA5}">
                      <a16:colId xmlns="" xmlns:a16="http://schemas.microsoft.com/office/drawing/2014/main" val="1389409068"/>
                    </a:ext>
                  </a:extLst>
                </a:gridCol>
                <a:gridCol w="1310890">
                  <a:extLst>
                    <a:ext uri="{9D8B030D-6E8A-4147-A177-3AD203B41FA5}">
                      <a16:colId xmlns="" xmlns:a16="http://schemas.microsoft.com/office/drawing/2014/main" val="334574326"/>
                    </a:ext>
                  </a:extLst>
                </a:gridCol>
                <a:gridCol w="2133062">
                  <a:extLst>
                    <a:ext uri="{9D8B030D-6E8A-4147-A177-3AD203B41FA5}">
                      <a16:colId xmlns="" xmlns:a16="http://schemas.microsoft.com/office/drawing/2014/main" val="1000451072"/>
                    </a:ext>
                  </a:extLst>
                </a:gridCol>
              </a:tblGrid>
              <a:tr h="1506604">
                <a:tc>
                  <a:txBody>
                    <a:bodyPr/>
                    <a:lstStyle/>
                    <a:p>
                      <a:pPr lvl="0">
                        <a:buNone/>
                      </a:pPr>
                      <a:r>
                        <a:rPr lang="en-US" sz="1800" b="0" i="0" u="none" strike="noStrike" noProof="0">
                          <a:solidFill>
                            <a:schemeClr val="tx1"/>
                          </a:solidFill>
                          <a:latin typeface="Aptos"/>
                        </a:rPr>
                        <a:t>Expense Management System</a:t>
                      </a:r>
                      <a:endParaRPr lang="en-US" sz="1800">
                        <a:solidFill>
                          <a:schemeClr val="tx1"/>
                        </a:solidFill>
                      </a:endParaRPr>
                    </a:p>
                  </a:txBody>
                  <a:tcPr marL="85474" marR="85474" marT="42737" marB="42737">
                    <a:solidFill>
                      <a:schemeClr val="bg1">
                        <a:lumMod val="85000"/>
                      </a:schemeClr>
                    </a:solidFill>
                  </a:tcPr>
                </a:tc>
                <a:tc>
                  <a:txBody>
                    <a:bodyPr/>
                    <a:lstStyle/>
                    <a:p>
                      <a:pPr lvl="0">
                        <a:buNone/>
                      </a:pPr>
                      <a:r>
                        <a:rPr lang="en-US" sz="1800" b="0" i="0" u="none" strike="noStrike" noProof="0">
                          <a:solidFill>
                            <a:schemeClr val="tx1"/>
                          </a:solidFill>
                          <a:latin typeface="Aptos"/>
                        </a:rPr>
                        <a:t>Era Johri, Parth Desai, et al.</a:t>
                      </a:r>
                    </a:p>
                  </a:txBody>
                  <a:tcPr marL="85474" marR="85474" marT="42737" marB="42737">
                    <a:solidFill>
                      <a:schemeClr val="bg1">
                        <a:lumMod val="85000"/>
                      </a:schemeClr>
                    </a:solidFill>
                  </a:tcPr>
                </a:tc>
                <a:tc>
                  <a:txBody>
                    <a:bodyPr/>
                    <a:lstStyle/>
                    <a:p>
                      <a:pPr lvl="0">
                        <a:buNone/>
                      </a:pPr>
                      <a:r>
                        <a:rPr lang="en-US" sz="1800" b="0" i="0" u="none" strike="noStrike" noProof="0">
                          <a:solidFill>
                            <a:schemeClr val="tx1"/>
                          </a:solidFill>
                          <a:latin typeface="Aptos"/>
                        </a:rPr>
                        <a:t>2023</a:t>
                      </a:r>
                      <a:endParaRPr lang="en-US" sz="1800"/>
                    </a:p>
                  </a:txBody>
                  <a:tcPr marL="85474" marR="85474" marT="42737" marB="42737">
                    <a:solidFill>
                      <a:schemeClr val="bg1">
                        <a:lumMod val="85000"/>
                      </a:schemeClr>
                    </a:solidFill>
                  </a:tcPr>
                </a:tc>
                <a:tc>
                  <a:txBody>
                    <a:bodyPr/>
                    <a:lstStyle/>
                    <a:p>
                      <a:pPr lvl="0">
                        <a:buNone/>
                      </a:pPr>
                      <a:r>
                        <a:rPr lang="en-US" sz="1800" b="0" i="0" u="none" strike="noStrike" noProof="0">
                          <a:solidFill>
                            <a:schemeClr val="tx1"/>
                          </a:solidFill>
                          <a:latin typeface="Aptos"/>
                        </a:rPr>
                        <a:t>Mobile app for tracking expenses via SMS and AI insights</a:t>
                      </a:r>
                      <a:endParaRPr lang="en-US" sz="1800"/>
                    </a:p>
                  </a:txBody>
                  <a:tcPr marL="85474" marR="85474" marT="42737" marB="42737">
                    <a:solidFill>
                      <a:schemeClr val="bg1">
                        <a:lumMod val="85000"/>
                      </a:schemeClr>
                    </a:solidFill>
                  </a:tcPr>
                </a:tc>
                <a:tc>
                  <a:txBody>
                    <a:bodyPr/>
                    <a:lstStyle/>
                    <a:p>
                      <a:pPr lvl="0">
                        <a:buNone/>
                      </a:pPr>
                      <a:r>
                        <a:rPr lang="en-US" sz="1800" b="0" i="0" u="none" strike="noStrike" noProof="0">
                          <a:solidFill>
                            <a:schemeClr val="tx1"/>
                          </a:solidFill>
                          <a:latin typeface="Aptos"/>
                        </a:rPr>
                        <a:t>SMS-based expense data</a:t>
                      </a:r>
                      <a:endParaRPr lang="en-US" sz="1800"/>
                    </a:p>
                  </a:txBody>
                  <a:tcPr marL="85474" marR="85474" marT="42737" marB="42737">
                    <a:solidFill>
                      <a:schemeClr val="bg1">
                        <a:lumMod val="85000"/>
                      </a:schemeClr>
                    </a:solidFill>
                  </a:tcPr>
                </a:tc>
                <a:tc>
                  <a:txBody>
                    <a:bodyPr/>
                    <a:lstStyle/>
                    <a:p>
                      <a:pPr lvl="0">
                        <a:buNone/>
                      </a:pPr>
                      <a:r>
                        <a:rPr lang="en-US" sz="1800" b="0" i="0" u="none" strike="noStrike" noProof="0">
                          <a:solidFill>
                            <a:schemeClr val="tx1"/>
                          </a:solidFill>
                          <a:latin typeface="Aptos"/>
                        </a:rPr>
                        <a:t>Financial insights</a:t>
                      </a:r>
                      <a:endParaRPr lang="en-US" sz="1800"/>
                    </a:p>
                  </a:txBody>
                  <a:tcPr marL="85474" marR="85474" marT="42737" marB="42737">
                    <a:solidFill>
                      <a:schemeClr val="bg1">
                        <a:lumMod val="85000"/>
                      </a:schemeClr>
                    </a:solidFill>
                  </a:tcPr>
                </a:tc>
                <a:tc>
                  <a:txBody>
                    <a:bodyPr/>
                    <a:lstStyle/>
                    <a:p>
                      <a:pPr lvl="0">
                        <a:buNone/>
                      </a:pPr>
                      <a:r>
                        <a:rPr lang="en-US" sz="1800" b="0" i="0" u="none" strike="noStrike" noProof="0">
                          <a:solidFill>
                            <a:schemeClr val="tx1"/>
                          </a:solidFill>
                          <a:latin typeface="Aptos"/>
                        </a:rPr>
                        <a:t>Limited to SMS, privacy concerns</a:t>
                      </a:r>
                      <a:endParaRPr lang="en-US" sz="1800"/>
                    </a:p>
                  </a:txBody>
                  <a:tcPr marL="85474" marR="85474" marT="42737" marB="42737">
                    <a:solidFill>
                      <a:schemeClr val="bg1">
                        <a:lumMod val="85000"/>
                      </a:schemeClr>
                    </a:solidFill>
                  </a:tcPr>
                </a:tc>
                <a:tc>
                  <a:txBody>
                    <a:bodyPr/>
                    <a:lstStyle/>
                    <a:p>
                      <a:pPr lvl="0">
                        <a:buNone/>
                      </a:pPr>
                      <a:r>
                        <a:rPr lang="en-US" sz="1800" b="0" i="0" u="none" strike="noStrike" noProof="0">
                          <a:solidFill>
                            <a:schemeClr val="tx1"/>
                          </a:solidFill>
                          <a:latin typeface="Aptos"/>
                        </a:rPr>
                        <a:t>Lacks integration with other data sources</a:t>
                      </a:r>
                      <a:endParaRPr lang="en-US" sz="1800"/>
                    </a:p>
                  </a:txBody>
                  <a:tcPr marL="85474" marR="85474" marT="42737" marB="42737">
                    <a:solidFill>
                      <a:schemeClr val="bg1">
                        <a:lumMod val="85000"/>
                      </a:schemeClr>
                    </a:solidFill>
                  </a:tcPr>
                </a:tc>
                <a:extLst>
                  <a:ext uri="{0D108BD9-81ED-4DB2-BD59-A6C34878D82A}">
                    <a16:rowId xmlns="" xmlns:a16="http://schemas.microsoft.com/office/drawing/2014/main" val="4120135744"/>
                  </a:ext>
                </a:extLst>
              </a:tr>
              <a:tr h="1225712">
                <a:tc>
                  <a:txBody>
                    <a:bodyPr/>
                    <a:lstStyle/>
                    <a:p>
                      <a:pPr lvl="0">
                        <a:buNone/>
                      </a:pPr>
                      <a:r>
                        <a:rPr lang="en-US" sz="1800" b="0" i="0" u="none" strike="noStrike" noProof="0">
                          <a:solidFill>
                            <a:schemeClr val="tx1"/>
                          </a:solidFill>
                          <a:latin typeface="Aptos"/>
                        </a:rPr>
                        <a:t>Smart BAT - Smart Budget Analyzer and Tracker</a:t>
                      </a:r>
                      <a:endParaRPr lang="en-US" sz="1800"/>
                    </a:p>
                  </a:txBody>
                  <a:tcPr marL="85474" marR="85474" marT="42737" marB="42737">
                    <a:solidFill>
                      <a:schemeClr val="tx2">
                        <a:lumMod val="25000"/>
                        <a:lumOff val="75000"/>
                      </a:schemeClr>
                    </a:solidFill>
                  </a:tcPr>
                </a:tc>
                <a:tc>
                  <a:txBody>
                    <a:bodyPr/>
                    <a:lstStyle/>
                    <a:p>
                      <a:pPr lvl="0">
                        <a:buNone/>
                      </a:pPr>
                      <a:r>
                        <a:rPr lang="en-US" sz="1800" b="0" i="0" u="none" strike="noStrike" noProof="0">
                          <a:solidFill>
                            <a:schemeClr val="tx1"/>
                          </a:solidFill>
                        </a:rPr>
                        <a:t>Shelke, Shaikh, </a:t>
                      </a:r>
                      <a:r>
                        <a:rPr lang="en-US" sz="1800" b="0" i="0" u="none" strike="noStrike" noProof="0" err="1">
                          <a:solidFill>
                            <a:schemeClr val="tx1"/>
                          </a:solidFill>
                        </a:rPr>
                        <a:t>Shingre</a:t>
                      </a:r>
                      <a:r>
                        <a:rPr lang="en-US" sz="1800" b="0" i="0" u="none" strike="noStrike" noProof="0">
                          <a:solidFill>
                            <a:schemeClr val="tx1"/>
                          </a:solidFill>
                        </a:rPr>
                        <a:t>, </a:t>
                      </a:r>
                      <a:r>
                        <a:rPr lang="en-US" sz="1800" b="0" i="0" u="none" strike="noStrike" noProof="0" err="1">
                          <a:solidFill>
                            <a:schemeClr val="tx1"/>
                          </a:solidFill>
                        </a:rPr>
                        <a:t>Lebisha</a:t>
                      </a:r>
                      <a:endParaRPr lang="en-US" sz="1800"/>
                    </a:p>
                  </a:txBody>
                  <a:tcPr marL="85474" marR="85474" marT="42737" marB="42737">
                    <a:solidFill>
                      <a:schemeClr val="tx2">
                        <a:lumMod val="25000"/>
                        <a:lumOff val="75000"/>
                      </a:schemeClr>
                    </a:solidFill>
                  </a:tcPr>
                </a:tc>
                <a:tc>
                  <a:txBody>
                    <a:bodyPr/>
                    <a:lstStyle/>
                    <a:p>
                      <a:pPr lvl="0">
                        <a:buNone/>
                      </a:pPr>
                      <a:r>
                        <a:rPr lang="en-US" sz="1800">
                          <a:solidFill>
                            <a:schemeClr val="tx1"/>
                          </a:solidFill>
                        </a:rPr>
                        <a:t>2023</a:t>
                      </a:r>
                    </a:p>
                  </a:txBody>
                  <a:tcPr marL="85474" marR="85474" marT="42737" marB="42737">
                    <a:solidFill>
                      <a:schemeClr val="tx2">
                        <a:lumMod val="25000"/>
                        <a:lumOff val="75000"/>
                      </a:schemeClr>
                    </a:solidFill>
                  </a:tcPr>
                </a:tc>
                <a:tc>
                  <a:txBody>
                    <a:bodyPr/>
                    <a:lstStyle/>
                    <a:p>
                      <a:pPr lvl="0">
                        <a:buNone/>
                      </a:pPr>
                      <a:r>
                        <a:rPr lang="en-US" sz="1800" b="0" i="0" u="none" strike="noStrike" noProof="0">
                          <a:solidFill>
                            <a:schemeClr val="tx1"/>
                          </a:solidFill>
                        </a:rPr>
                        <a:t>OCR and ML for expense categorization and </a:t>
                      </a:r>
                      <a:r>
                        <a:rPr lang="en-US" sz="1800" b="0" i="0" u="none" strike="noStrike" noProof="0" err="1">
                          <a:solidFill>
                            <a:schemeClr val="tx1"/>
                          </a:solidFill>
                        </a:rPr>
                        <a:t>analyse</a:t>
                      </a:r>
                      <a:r>
                        <a:rPr lang="en-US" sz="1800" b="0" i="0" u="none" strike="noStrike" noProof="0">
                          <a:solidFill>
                            <a:schemeClr val="tx1"/>
                          </a:solidFill>
                        </a:rPr>
                        <a:t> expenses</a:t>
                      </a:r>
                      <a:endParaRPr lang="en-US" sz="1800"/>
                    </a:p>
                  </a:txBody>
                  <a:tcPr marL="85474" marR="85474" marT="42737" marB="42737">
                    <a:solidFill>
                      <a:schemeClr val="tx2">
                        <a:lumMod val="25000"/>
                        <a:lumOff val="75000"/>
                      </a:schemeClr>
                    </a:solidFill>
                  </a:tcPr>
                </a:tc>
                <a:tc>
                  <a:txBody>
                    <a:bodyPr/>
                    <a:lstStyle/>
                    <a:p>
                      <a:pPr lvl="0">
                        <a:buNone/>
                      </a:pPr>
                      <a:r>
                        <a:rPr lang="en-US" sz="1800" b="0" i="0" u="none" strike="noStrike" noProof="0">
                          <a:solidFill>
                            <a:schemeClr val="tx1"/>
                          </a:solidFill>
                        </a:rPr>
                        <a:t>Uses scanned </a:t>
                      </a:r>
                      <a:r>
                        <a:rPr lang="en-US" sz="1800" b="0" i="0" u="none" strike="noStrike" noProof="0" err="1">
                          <a:solidFill>
                            <a:schemeClr val="tx1"/>
                          </a:solidFill>
                        </a:rPr>
                        <a:t>bills,banknotes</a:t>
                      </a:r>
                      <a:r>
                        <a:rPr lang="en-US" sz="1800" b="0" i="0" u="none" strike="noStrike" noProof="0">
                          <a:solidFill>
                            <a:schemeClr val="tx1"/>
                          </a:solidFill>
                        </a:rPr>
                        <a:t> for OCR validation</a:t>
                      </a:r>
                      <a:endParaRPr lang="en-US" sz="1800"/>
                    </a:p>
                  </a:txBody>
                  <a:tcPr marL="85474" marR="85474" marT="42737" marB="42737">
                    <a:solidFill>
                      <a:schemeClr val="tx2">
                        <a:lumMod val="25000"/>
                        <a:lumOff val="75000"/>
                      </a:schemeClr>
                    </a:solidFill>
                  </a:tcPr>
                </a:tc>
                <a:tc>
                  <a:txBody>
                    <a:bodyPr/>
                    <a:lstStyle/>
                    <a:p>
                      <a:pPr lvl="0">
                        <a:buNone/>
                      </a:pPr>
                      <a:r>
                        <a:rPr lang="en-US" sz="1800" b="0" i="0" u="none" strike="noStrike" noProof="0">
                          <a:solidFill>
                            <a:schemeClr val="tx1"/>
                          </a:solidFill>
                          <a:latin typeface="Aptos"/>
                        </a:rPr>
                        <a:t>90%+ OCR accuracy I </a:t>
                      </a:r>
                      <a:r>
                        <a:rPr lang="en-US" sz="1800" b="0" i="0" u="none" strike="noStrike" noProof="0" err="1">
                          <a:solidFill>
                            <a:schemeClr val="tx1"/>
                          </a:solidFill>
                          <a:latin typeface="Aptos"/>
                        </a:rPr>
                        <a:t>teext</a:t>
                      </a:r>
                      <a:r>
                        <a:rPr lang="en-US" sz="1800" b="0" i="0" u="none" strike="noStrike" noProof="0">
                          <a:solidFill>
                            <a:schemeClr val="tx1"/>
                          </a:solidFill>
                          <a:latin typeface="Aptos"/>
                        </a:rPr>
                        <a:t> extraction</a:t>
                      </a:r>
                      <a:endParaRPr lang="en-US" sz="1800"/>
                    </a:p>
                  </a:txBody>
                  <a:tcPr marL="85474" marR="85474" marT="42737" marB="42737">
                    <a:solidFill>
                      <a:schemeClr val="tx2">
                        <a:lumMod val="25000"/>
                        <a:lumOff val="75000"/>
                      </a:schemeClr>
                    </a:solidFill>
                  </a:tcPr>
                </a:tc>
                <a:tc>
                  <a:txBody>
                    <a:bodyPr/>
                    <a:lstStyle/>
                    <a:p>
                      <a:pPr lvl="0">
                        <a:buNone/>
                      </a:pPr>
                      <a:r>
                        <a:rPr lang="en-US" sz="1800" b="0" i="0" u="none" strike="noStrike" noProof="0">
                          <a:solidFill>
                            <a:schemeClr val="tx1"/>
                          </a:solidFill>
                          <a:latin typeface="Aptos"/>
                        </a:rPr>
                        <a:t>Limited with low-quality images</a:t>
                      </a:r>
                      <a:endParaRPr lang="en-US" sz="1800"/>
                    </a:p>
                  </a:txBody>
                  <a:tcPr marL="85474" marR="85474" marT="42737" marB="42737">
                    <a:solidFill>
                      <a:schemeClr val="tx2">
                        <a:lumMod val="25000"/>
                        <a:lumOff val="75000"/>
                      </a:schemeClr>
                    </a:solidFill>
                  </a:tcPr>
                </a:tc>
                <a:tc>
                  <a:txBody>
                    <a:bodyPr/>
                    <a:lstStyle/>
                    <a:p>
                      <a:pPr lvl="0">
                        <a:buNone/>
                      </a:pPr>
                      <a:r>
                        <a:rPr lang="en-US" sz="1800" b="0" i="0" u="none" strike="noStrike" noProof="0">
                          <a:solidFill>
                            <a:schemeClr val="tx1"/>
                          </a:solidFill>
                          <a:latin typeface="Aptos"/>
                        </a:rPr>
                        <a:t>Lacks advanced</a:t>
                      </a:r>
                      <a:endParaRPr lang="en-US" sz="1800"/>
                    </a:p>
                    <a:p>
                      <a:pPr lvl="0">
                        <a:buNone/>
                      </a:pPr>
                      <a:r>
                        <a:rPr lang="en-US" sz="1800" b="0" i="0" u="none" strike="noStrike" noProof="0">
                          <a:solidFill>
                            <a:schemeClr val="tx1"/>
                          </a:solidFill>
                          <a:latin typeface="Aptos"/>
                        </a:rPr>
                        <a:t>budget forecasting</a:t>
                      </a:r>
                      <a:endParaRPr lang="en-US" sz="1800"/>
                    </a:p>
                  </a:txBody>
                  <a:tcPr marL="85474" marR="85474" marT="42737" marB="42737">
                    <a:solidFill>
                      <a:schemeClr val="tx2">
                        <a:lumMod val="25000"/>
                        <a:lumOff val="75000"/>
                      </a:schemeClr>
                    </a:solidFill>
                  </a:tcPr>
                </a:tc>
                <a:extLst>
                  <a:ext uri="{0D108BD9-81ED-4DB2-BD59-A6C34878D82A}">
                    <a16:rowId xmlns="" xmlns:a16="http://schemas.microsoft.com/office/drawing/2014/main" val="1458486484"/>
                  </a:ext>
                </a:extLst>
              </a:tr>
              <a:tr h="1506604">
                <a:tc>
                  <a:txBody>
                    <a:bodyPr/>
                    <a:lstStyle/>
                    <a:p>
                      <a:pPr lvl="0">
                        <a:buNone/>
                      </a:pPr>
                      <a:r>
                        <a:rPr lang="en-US" sz="1800" b="0" i="0" u="none" strike="noStrike" noProof="0">
                          <a:solidFill>
                            <a:srgbClr val="000000"/>
                          </a:solidFill>
                          <a:latin typeface="Aptos"/>
                        </a:rPr>
                        <a:t>Development of an Application for Expense Accounting</a:t>
                      </a:r>
                      <a:endParaRPr lang="en-US" sz="1800"/>
                    </a:p>
                  </a:txBody>
                  <a:tcPr marL="73018" marR="73018" marT="36509" marB="36509">
                    <a:solidFill>
                      <a:schemeClr val="bg1">
                        <a:lumMod val="75000"/>
                      </a:schemeClr>
                    </a:solidFill>
                  </a:tcPr>
                </a:tc>
                <a:tc>
                  <a:txBody>
                    <a:bodyPr/>
                    <a:lstStyle/>
                    <a:p>
                      <a:pPr lvl="0">
                        <a:buNone/>
                      </a:pPr>
                      <a:r>
                        <a:rPr lang="en-US" sz="1800" b="0" i="0" u="none" strike="noStrike" noProof="0">
                          <a:latin typeface="Aptos"/>
                        </a:rPr>
                        <a:t>Denis E. </a:t>
                      </a:r>
                      <a:r>
                        <a:rPr lang="en-US" sz="1800" b="0" i="0" u="none" strike="noStrike" noProof="0" err="1">
                          <a:latin typeface="Aptos"/>
                        </a:rPr>
                        <a:t>Yurochkin</a:t>
                      </a:r>
                      <a:r>
                        <a:rPr lang="en-US" sz="1800" b="0" i="0" u="none" strike="noStrike" noProof="0">
                          <a:latin typeface="Aptos"/>
                        </a:rPr>
                        <a:t>, Anton A. </a:t>
                      </a:r>
                      <a:r>
                        <a:rPr lang="en-US" sz="1800" b="0" i="0" u="none" strike="noStrike" noProof="0" err="1">
                          <a:latin typeface="Aptos"/>
                        </a:rPr>
                        <a:t>Horoshiy</a:t>
                      </a:r>
                      <a:r>
                        <a:rPr lang="en-US" sz="1800" b="0" i="0" u="none" strike="noStrike" noProof="0">
                          <a:latin typeface="Aptos"/>
                        </a:rPr>
                        <a:t>, Saveliy A. </a:t>
                      </a:r>
                      <a:r>
                        <a:rPr lang="en-US" sz="1800" b="0" i="0" u="none" strike="noStrike" noProof="0" err="1">
                          <a:latin typeface="Aptos"/>
                        </a:rPr>
                        <a:t>Karpukhin</a:t>
                      </a:r>
                      <a:endParaRPr lang="en-US" sz="1800"/>
                    </a:p>
                  </a:txBody>
                  <a:tcPr marL="73018" marR="73018" marT="36509" marB="36509">
                    <a:solidFill>
                      <a:schemeClr val="bg1">
                        <a:lumMod val="75000"/>
                      </a:schemeClr>
                    </a:solidFill>
                  </a:tcPr>
                </a:tc>
                <a:tc>
                  <a:txBody>
                    <a:bodyPr/>
                    <a:lstStyle/>
                    <a:p>
                      <a:pPr lvl="0">
                        <a:buNone/>
                      </a:pPr>
                      <a:r>
                        <a:rPr lang="en-US" sz="1800" b="0" i="0" u="none" strike="noStrike" noProof="0">
                          <a:latin typeface="Aptos"/>
                        </a:rPr>
                        <a:t>2021</a:t>
                      </a:r>
                      <a:endParaRPr lang="en-US" sz="1800"/>
                    </a:p>
                  </a:txBody>
                  <a:tcPr marL="73018" marR="73018" marT="36509" marB="36509">
                    <a:solidFill>
                      <a:schemeClr val="bg1">
                        <a:lumMod val="75000"/>
                      </a:schemeClr>
                    </a:solidFill>
                  </a:tcPr>
                </a:tc>
                <a:tc>
                  <a:txBody>
                    <a:bodyPr/>
                    <a:lstStyle/>
                    <a:p>
                      <a:pPr lvl="0">
                        <a:buNone/>
                      </a:pPr>
                      <a:r>
                        <a:rPr lang="en-US" sz="1800" b="0" i="0" u="none" strike="noStrike" baseline="0" noProof="0">
                          <a:solidFill>
                            <a:srgbClr val="000000"/>
                          </a:solidFill>
                          <a:latin typeface="Aptos"/>
                        </a:rPr>
                        <a:t>This research implements a mobile app that uses Tesseract OCR combined with OpenCV for pre-processing receipts</a:t>
                      </a:r>
                      <a:endParaRPr lang="en-US" sz="1800"/>
                    </a:p>
                  </a:txBody>
                  <a:tcPr marL="73018" marR="73018" marT="36509" marB="36509">
                    <a:solidFill>
                      <a:schemeClr val="bg1">
                        <a:lumMod val="75000"/>
                      </a:schemeClr>
                    </a:solidFill>
                  </a:tcPr>
                </a:tc>
                <a:tc>
                  <a:txBody>
                    <a:bodyPr/>
                    <a:lstStyle/>
                    <a:p>
                      <a:pPr lvl="0">
                        <a:buNone/>
                      </a:pPr>
                      <a:r>
                        <a:rPr lang="en-US" sz="1800" b="0" i="0" u="none" strike="noStrike" noProof="0">
                          <a:latin typeface="Aptos"/>
                        </a:rPr>
                        <a:t>Focuses on receipts from select stores </a:t>
                      </a:r>
                    </a:p>
                  </a:txBody>
                  <a:tcPr marL="73018" marR="73018" marT="36509" marB="36509">
                    <a:solidFill>
                      <a:schemeClr val="bg1">
                        <a:lumMod val="75000"/>
                      </a:schemeClr>
                    </a:solidFill>
                  </a:tcPr>
                </a:tc>
                <a:tc>
                  <a:txBody>
                    <a:bodyPr/>
                    <a:lstStyle/>
                    <a:p>
                      <a:pPr lvl="0" algn="l">
                        <a:lnSpc>
                          <a:spcPct val="100000"/>
                        </a:lnSpc>
                        <a:spcBef>
                          <a:spcPts val="0"/>
                        </a:spcBef>
                        <a:spcAft>
                          <a:spcPts val="0"/>
                        </a:spcAft>
                        <a:buNone/>
                      </a:pPr>
                      <a:r>
                        <a:rPr lang="en-US" sz="1800" b="0" i="0" u="none" strike="noStrike" noProof="0"/>
                        <a:t>good recognition accuracy under ideal lighting conditions.</a:t>
                      </a:r>
                      <a:endParaRPr lang="en-US" sz="1800"/>
                    </a:p>
                  </a:txBody>
                  <a:tcPr marL="73018" marR="73018" marT="36509" marB="36509">
                    <a:solidFill>
                      <a:schemeClr val="bg1">
                        <a:lumMod val="75000"/>
                      </a:schemeClr>
                    </a:solidFill>
                  </a:tcPr>
                </a:tc>
                <a:tc>
                  <a:txBody>
                    <a:bodyPr/>
                    <a:lstStyle/>
                    <a:p>
                      <a:pPr lvl="0">
                        <a:buNone/>
                      </a:pPr>
                      <a:r>
                        <a:rPr lang="en-US" sz="1800" b="0" i="0" u="none" strike="noStrike" noProof="0"/>
                        <a:t>Lower performance in varied lighting</a:t>
                      </a:r>
                      <a:endParaRPr lang="en-US" sz="1800"/>
                    </a:p>
                  </a:txBody>
                  <a:tcPr marL="73018" marR="73018" marT="36509" marB="36509">
                    <a:solidFill>
                      <a:schemeClr val="bg1">
                        <a:lumMod val="75000"/>
                      </a:schemeClr>
                    </a:solidFill>
                  </a:tcPr>
                </a:tc>
                <a:tc>
                  <a:txBody>
                    <a:bodyPr/>
                    <a:lstStyle/>
                    <a:p>
                      <a:pPr lvl="0">
                        <a:buNone/>
                      </a:pPr>
                      <a:r>
                        <a:rPr lang="en-US" sz="1800" b="0" i="0" u="none" strike="noStrike" noProof="0">
                          <a:latin typeface="Aptos"/>
                        </a:rPr>
                        <a:t>Limited generalization to receipts from untested stores and lack of optimization for diverse lighting conditions</a:t>
                      </a:r>
                      <a:endParaRPr lang="en-US" sz="1800"/>
                    </a:p>
                  </a:txBody>
                  <a:tcPr marL="73018" marR="73018" marT="36509" marB="36509">
                    <a:solidFill>
                      <a:schemeClr val="bg1">
                        <a:lumMod val="75000"/>
                      </a:schemeClr>
                    </a:solidFill>
                  </a:tcPr>
                </a:tc>
                <a:extLst>
                  <a:ext uri="{0D108BD9-81ED-4DB2-BD59-A6C34878D82A}">
                    <a16:rowId xmlns="" xmlns:a16="http://schemas.microsoft.com/office/drawing/2014/main" val="2186439502"/>
                  </a:ext>
                </a:extLst>
              </a:tr>
            </a:tbl>
          </a:graphicData>
        </a:graphic>
      </p:graphicFrame>
    </p:spTree>
    <p:extLst>
      <p:ext uri="{BB962C8B-B14F-4D97-AF65-F5344CB8AC3E}">
        <p14:creationId xmlns="" xmlns:p14="http://schemas.microsoft.com/office/powerpoint/2010/main" val="3329488942"/>
      </p:ext>
    </p:extLst>
  </p:cSld>
  <p:clrMapOvr>
    <a:masterClrMapping/>
  </p:clrMapOvr>
  <mc:AlternateContent xmlns:mc="http://schemas.openxmlformats.org/markup-compatibility/2006">
    <mc:Choice xmlns="" xmlns:p14="http://schemas.microsoft.com/office/powerpoint/2010/main" Requires="p14">
      <p:transition p14:dur="100">
        <p:cut/>
      </p:transition>
    </mc:Choice>
    <mc:Fallback>
      <p:transition>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7" name="Rectangle 86">
            <a:extLst>
              <a:ext uri="{FF2B5EF4-FFF2-40B4-BE49-F238E27FC236}">
                <a16:creationId xmlns="" xmlns:a16="http://schemas.microsoft.com/office/drawing/2014/main" id="{7515D20E-1AB7-4E74-9236-2B72B63D60B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142D16E1-FA1D-AD64-CFB8-21F2421D42A4}"/>
              </a:ext>
            </a:extLst>
          </p:cNvPr>
          <p:cNvSpPr>
            <a:spLocks noGrp="1"/>
          </p:cNvSpPr>
          <p:nvPr>
            <p:ph type="title"/>
          </p:nvPr>
        </p:nvSpPr>
        <p:spPr>
          <a:xfrm>
            <a:off x="949778" y="1336329"/>
            <a:ext cx="4460422" cy="4382588"/>
          </a:xfrm>
        </p:spPr>
        <p:txBody>
          <a:bodyPr anchor="ctr">
            <a:normAutofit/>
          </a:bodyPr>
          <a:lstStyle/>
          <a:p>
            <a:r>
              <a:rPr lang="en-US" sz="5400" dirty="0" smtClean="0"/>
              <a:t>Software Requirements</a:t>
            </a:r>
            <a:endParaRPr lang="en-US" sz="5400" dirty="0"/>
          </a:p>
        </p:txBody>
      </p:sp>
      <p:grpSp>
        <p:nvGrpSpPr>
          <p:cNvPr id="88" name="Group 87">
            <a:extLst>
              <a:ext uri="{FF2B5EF4-FFF2-40B4-BE49-F238E27FC236}">
                <a16:creationId xmlns="" xmlns:a16="http://schemas.microsoft.com/office/drawing/2014/main" id="{032D8612-31EB-44CF-A1D0-14FD4C705424}"/>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0" y="3163461"/>
            <a:ext cx="731521" cy="673460"/>
            <a:chOff x="3940602" y="308034"/>
            <a:chExt cx="2116791" cy="3428999"/>
          </a:xfrm>
          <a:solidFill>
            <a:schemeClr val="accent4"/>
          </a:solidFill>
        </p:grpSpPr>
        <p:sp>
          <p:nvSpPr>
            <p:cNvPr id="89" name="Rectangle 88">
              <a:extLst>
                <a:ext uri="{FF2B5EF4-FFF2-40B4-BE49-F238E27FC236}">
                  <a16:creationId xmlns="" xmlns:a16="http://schemas.microsoft.com/office/drawing/2014/main" id="{F19A4A0F-1B59-4DB0-9764-D10936E98770}"/>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 xmlns:a16="http://schemas.microsoft.com/office/drawing/2014/main" id="{F399A70F-F8CD-4992-9EF5-6CF15472E73F}"/>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 xmlns:a16="http://schemas.microsoft.com/office/drawing/2014/main" id="{48F4FEDC-6D80-458C-A665-075D9B9500FD}"/>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1" name="Rectangle 90">
            <a:extLst>
              <a:ext uri="{FF2B5EF4-FFF2-40B4-BE49-F238E27FC236}">
                <a16:creationId xmlns="" xmlns:a16="http://schemas.microsoft.com/office/drawing/2014/main" id="{3873B707-463F-40B0-8227-E8CC6C67EB2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 xmlns:a16="http://schemas.microsoft.com/office/drawing/2014/main" id="{19C9EAEA-39D0-4B0E-A0EB-51E7B26740B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5685810" y="982976"/>
            <a:ext cx="6009366" cy="512063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Content Placeholder 2">
            <a:extLst>
              <a:ext uri="{FF2B5EF4-FFF2-40B4-BE49-F238E27FC236}">
                <a16:creationId xmlns="" xmlns:a16="http://schemas.microsoft.com/office/drawing/2014/main" id="{92AC4AB5-314A-1E97-EDE1-E5AE33FEFD17}"/>
              </a:ext>
            </a:extLst>
          </p:cNvPr>
          <p:cNvSpPr>
            <a:spLocks noGrp="1"/>
          </p:cNvSpPr>
          <p:nvPr>
            <p:ph idx="1"/>
          </p:nvPr>
        </p:nvSpPr>
        <p:spPr>
          <a:xfrm>
            <a:off x="6096001" y="1336329"/>
            <a:ext cx="5260848" cy="4382588"/>
          </a:xfrm>
        </p:spPr>
        <p:txBody>
          <a:bodyPr vert="horz" lIns="91440" tIns="45720" rIns="91440" bIns="45720" rtlCol="0" anchor="ctr">
            <a:noAutofit/>
          </a:bodyPr>
          <a:lstStyle/>
          <a:p>
            <a:pPr marL="0" indent="0">
              <a:buNone/>
            </a:pPr>
            <a:endParaRPr lang="en-US" sz="2200" b="1">
              <a:latin typeface="Aptos"/>
              <a:ea typeface="+mn-lt"/>
              <a:cs typeface="Times New Roman"/>
            </a:endParaRPr>
          </a:p>
          <a:p>
            <a:endParaRPr lang="en-US" sz="1900">
              <a:ea typeface="+mn-lt"/>
              <a:cs typeface="+mn-lt"/>
            </a:endParaRPr>
          </a:p>
        </p:txBody>
      </p:sp>
      <p:sp>
        <p:nvSpPr>
          <p:cNvPr id="3" name="TextBox 2">
            <a:extLst>
              <a:ext uri="{FF2B5EF4-FFF2-40B4-BE49-F238E27FC236}">
                <a16:creationId xmlns="" xmlns:a16="http://schemas.microsoft.com/office/drawing/2014/main" id="{241B72AD-70C2-669B-135D-F9742908AE37}"/>
              </a:ext>
            </a:extLst>
          </p:cNvPr>
          <p:cNvSpPr txBox="1"/>
          <p:nvPr/>
        </p:nvSpPr>
        <p:spPr>
          <a:xfrm>
            <a:off x="5724525" y="1885950"/>
            <a:ext cx="5857875"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dirty="0" smtClean="0">
                <a:latin typeface="Times New Roman" pitchFamily="18" charset="0"/>
                <a:cs typeface="Times New Roman" pitchFamily="18" charset="0"/>
              </a:rPr>
              <a:t>Frontend:</a:t>
            </a:r>
            <a:r>
              <a:rPr lang="en-US" dirty="0" smtClean="0">
                <a:latin typeface="Times New Roman" pitchFamily="18" charset="0"/>
                <a:cs typeface="Times New Roman" pitchFamily="18" charset="0"/>
              </a:rPr>
              <a:t> React.js (For a responsive, fast, single-page user interface).</a:t>
            </a:r>
          </a:p>
          <a:p>
            <a:pPr algn="just"/>
            <a:r>
              <a:rPr lang="en-US" b="1" dirty="0" smtClean="0">
                <a:latin typeface="Times New Roman" pitchFamily="18" charset="0"/>
                <a:cs typeface="Times New Roman" pitchFamily="18" charset="0"/>
              </a:rPr>
              <a:t>Backend:</a:t>
            </a:r>
            <a:r>
              <a:rPr lang="en-US" dirty="0" smtClean="0">
                <a:latin typeface="Times New Roman" pitchFamily="18" charset="0"/>
                <a:cs typeface="Times New Roman" pitchFamily="18" charset="0"/>
              </a:rPr>
              <a:t> Node.js &amp; Express.js (For building robust </a:t>
            </a:r>
            <a:r>
              <a:rPr lang="en-US" dirty="0" err="1" smtClean="0">
                <a:latin typeface="Times New Roman" pitchFamily="18" charset="0"/>
                <a:cs typeface="Times New Roman" pitchFamily="18" charset="0"/>
              </a:rPr>
              <a:t>RESTful</a:t>
            </a:r>
            <a:r>
              <a:rPr lang="en-US" dirty="0" smtClean="0">
                <a:latin typeface="Times New Roman" pitchFamily="18" charset="0"/>
                <a:cs typeface="Times New Roman" pitchFamily="18" charset="0"/>
              </a:rPr>
              <a:t> APIs).</a:t>
            </a:r>
          </a:p>
          <a:p>
            <a:pPr algn="just"/>
            <a:r>
              <a:rPr lang="en-US" b="1" dirty="0" smtClean="0">
                <a:latin typeface="Times New Roman" pitchFamily="18" charset="0"/>
                <a:cs typeface="Times New Roman" pitchFamily="18" charset="0"/>
              </a:rPr>
              <a:t>Database:</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MongoDB</a:t>
            </a:r>
            <a:r>
              <a:rPr lang="en-US" dirty="0" smtClean="0">
                <a:latin typeface="Times New Roman" pitchFamily="18" charset="0"/>
                <a:cs typeface="Times New Roman" pitchFamily="18" charset="0"/>
              </a:rPr>
              <a:t> (For flexible, document-based data storage).</a:t>
            </a:r>
          </a:p>
          <a:p>
            <a:pPr algn="just"/>
            <a:r>
              <a:rPr lang="en-US" b="1" dirty="0" smtClean="0">
                <a:latin typeface="Times New Roman" pitchFamily="18" charset="0"/>
                <a:cs typeface="Times New Roman" pitchFamily="18" charset="0"/>
              </a:rPr>
              <a:t>Development Tools:</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GitHub</a:t>
            </a:r>
            <a:r>
              <a:rPr lang="en-US" dirty="0" smtClean="0">
                <a:latin typeface="Times New Roman" pitchFamily="18" charset="0"/>
                <a:cs typeface="Times New Roman" pitchFamily="18" charset="0"/>
              </a:rPr>
              <a:t> (Version Control), Postman (API Testing)</a:t>
            </a:r>
            <a:endParaRPr lang="en-US" dirty="0">
              <a:latin typeface="Times New Roman" pitchFamily="18" charset="0"/>
              <a:cs typeface="Times New Roman" pitchFamily="18" charset="0"/>
            </a:endParaRPr>
          </a:p>
        </p:txBody>
      </p:sp>
    </p:spTree>
    <p:extLst>
      <p:ext uri="{BB962C8B-B14F-4D97-AF65-F5344CB8AC3E}">
        <p14:creationId xmlns="" xmlns:p14="http://schemas.microsoft.com/office/powerpoint/2010/main" val="3025577321"/>
      </p:ext>
    </p:extLst>
  </p:cSld>
  <p:clrMapOvr>
    <a:masterClrMapping/>
  </p:clrMapOvr>
  <mc:AlternateContent xmlns:mc="http://schemas.openxmlformats.org/markup-compatibility/2006">
    <mc:Choice xmlns="" xmlns:p14="http://schemas.microsoft.com/office/powerpoint/2010/main" Requires="p14">
      <p:transition p14:dur="100">
        <p:cut/>
      </p:transition>
    </mc:Choice>
    <mc:Fallback>
      <p:transition>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7175"/>
            <a:ext cx="10515600" cy="1325563"/>
          </a:xfrm>
        </p:spPr>
        <p:txBody>
          <a:bodyPr/>
          <a:lstStyle/>
          <a:p>
            <a:r>
              <a:rPr lang="en-US" dirty="0" smtClean="0"/>
              <a:t>Methodology</a:t>
            </a:r>
            <a:endParaRPr lang="en-US" dirty="0"/>
          </a:p>
        </p:txBody>
      </p:sp>
      <p:pic>
        <p:nvPicPr>
          <p:cNvPr id="1027" name="Picture 3" descr="C:\Users\AnuRaG\Downloads\mermaid-diagram (1).png"/>
          <p:cNvPicPr>
            <a:picLocks noChangeAspect="1" noChangeArrowheads="1"/>
          </p:cNvPicPr>
          <p:nvPr/>
        </p:nvPicPr>
        <p:blipFill>
          <a:blip r:embed="rId2" cstate="print"/>
          <a:srcRect/>
          <a:stretch>
            <a:fillRect/>
          </a:stretch>
        </p:blipFill>
        <p:spPr bwMode="auto">
          <a:xfrm>
            <a:off x="0" y="3186113"/>
            <a:ext cx="12192000" cy="1743075"/>
          </a:xfrm>
          <a:prstGeom prst="rect">
            <a:avLst/>
          </a:prstGeom>
          <a:noFill/>
        </p:spPr>
      </p:pic>
      <p:sp>
        <p:nvSpPr>
          <p:cNvPr id="6" name="sketchy line">
            <a:extLst>
              <a:ext uri="{FF2B5EF4-FFF2-40B4-BE49-F238E27FC236}">
                <a16:creationId xmlns="" xmlns:a16="http://schemas.microsoft.com/office/drawing/2014/main" id="{D4974D33-8DC5-464E-8C6D-BE58F0669C1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6" name="Rectangle 65">
            <a:extLst>
              <a:ext uri="{FF2B5EF4-FFF2-40B4-BE49-F238E27FC236}">
                <a16:creationId xmlns="" xmlns:a16="http://schemas.microsoft.com/office/drawing/2014/main" id="{DBF61EA3-B236-439E-9C0B-340980D56BE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23F5FE65-493E-717D-2B19-910D300B1EAE}"/>
              </a:ext>
            </a:extLst>
          </p:cNvPr>
          <p:cNvSpPr>
            <a:spLocks noGrp="1"/>
          </p:cNvSpPr>
          <p:nvPr>
            <p:ph type="title"/>
          </p:nvPr>
        </p:nvSpPr>
        <p:spPr>
          <a:xfrm>
            <a:off x="808638" y="386930"/>
            <a:ext cx="9236700" cy="1188950"/>
          </a:xfrm>
        </p:spPr>
        <p:txBody>
          <a:bodyPr anchor="b">
            <a:normAutofit/>
          </a:bodyPr>
          <a:lstStyle/>
          <a:p>
            <a:r>
              <a:rPr lang="en-US" sz="5400" dirty="0" smtClean="0">
                <a:latin typeface="Times New Roman" pitchFamily="18" charset="0"/>
                <a:cs typeface="Times New Roman" pitchFamily="18" charset="0"/>
              </a:rPr>
              <a:t>System Architecture</a:t>
            </a:r>
            <a:endParaRPr lang="en-US" sz="5400" dirty="0">
              <a:latin typeface="Times New Roman" pitchFamily="18" charset="0"/>
              <a:cs typeface="Times New Roman" pitchFamily="18" charset="0"/>
            </a:endParaRPr>
          </a:p>
        </p:txBody>
      </p:sp>
      <p:grpSp>
        <p:nvGrpSpPr>
          <p:cNvPr id="67" name="Group 66">
            <a:extLst>
              <a:ext uri="{FF2B5EF4-FFF2-40B4-BE49-F238E27FC236}">
                <a16:creationId xmlns="" xmlns:a16="http://schemas.microsoft.com/office/drawing/2014/main" id="{28FAF094-D087-493F-8DF9-A486C2D6BBAA}"/>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2" y="1998368"/>
            <a:ext cx="11695083" cy="782176"/>
            <a:chOff x="-2" y="1998368"/>
            <a:chExt cx="11695083" cy="782176"/>
          </a:xfrm>
        </p:grpSpPr>
        <p:sp>
          <p:nvSpPr>
            <p:cNvPr id="72" name="Rectangle 71">
              <a:extLst>
                <a:ext uri="{FF2B5EF4-FFF2-40B4-BE49-F238E27FC236}">
                  <a16:creationId xmlns="" xmlns:a16="http://schemas.microsoft.com/office/drawing/2014/main" id="{8D7C88D8-5509-4514-925A-9CE148E5CBD6}"/>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 xmlns:a16="http://schemas.microsoft.com/office/drawing/2014/main" id="{7275593D-F75E-4426-AE3E-2CDEFD228D25}"/>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a:extLst>
              <a:ext uri="{FF2B5EF4-FFF2-40B4-BE49-F238E27FC236}">
                <a16:creationId xmlns="" xmlns:a16="http://schemas.microsoft.com/office/drawing/2014/main" id="{E659831F-0D9A-4C63-9EBB-8435B85A440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 xmlns:a16="http://schemas.microsoft.com/office/drawing/2014/main" id="{1E09422C-6E00-D227-8C25-9217EF3B754E}"/>
              </a:ext>
            </a:extLst>
          </p:cNvPr>
          <p:cNvSpPr>
            <a:spLocks noGrp="1"/>
          </p:cNvSpPr>
          <p:nvPr>
            <p:ph idx="1"/>
          </p:nvPr>
        </p:nvSpPr>
        <p:spPr>
          <a:xfrm>
            <a:off x="793660" y="2599509"/>
            <a:ext cx="10143668" cy="3435531"/>
          </a:xfrm>
        </p:spPr>
        <p:txBody>
          <a:bodyPr vert="horz" lIns="91440" tIns="45720" rIns="91440" bIns="45720" rtlCol="0" anchor="ctr">
            <a:noAutofit/>
          </a:bodyPr>
          <a:lstStyle/>
          <a:p>
            <a:pPr marL="0" indent="0">
              <a:buNone/>
            </a:pPr>
            <a:endParaRPr lang="en-US" sz="2200">
              <a:latin typeface="Aptos"/>
              <a:cs typeface="Times New Roman"/>
            </a:endParaRPr>
          </a:p>
          <a:p>
            <a:pPr marL="0" indent="0">
              <a:buNone/>
            </a:pPr>
            <a:endParaRPr lang="en-US" sz="2200" b="1">
              <a:latin typeface="Aptos"/>
              <a:cs typeface="Times New Roman"/>
            </a:endParaRPr>
          </a:p>
          <a:p>
            <a:pPr marL="0" indent="0">
              <a:buNone/>
            </a:pPr>
            <a:endParaRPr lang="en-US" sz="2200"/>
          </a:p>
          <a:p>
            <a:endParaRPr lang="en-US" sz="2200"/>
          </a:p>
        </p:txBody>
      </p:sp>
      <p:pic>
        <p:nvPicPr>
          <p:cNvPr id="11" name="Picture 2" descr="C:\Users\AnuRaG\Downloads\Gemini_Generated_Image_jrjqpojrjqpojrjq.png"/>
          <p:cNvPicPr>
            <a:picLocks noChangeAspect="1" noChangeArrowheads="1"/>
          </p:cNvPicPr>
          <p:nvPr/>
        </p:nvPicPr>
        <p:blipFill>
          <a:blip r:embed="rId2" cstate="print"/>
          <a:srcRect/>
          <a:stretch>
            <a:fillRect/>
          </a:stretch>
        </p:blipFill>
        <p:spPr bwMode="auto">
          <a:xfrm>
            <a:off x="0" y="2266950"/>
            <a:ext cx="11353800" cy="4591050"/>
          </a:xfrm>
          <a:prstGeom prst="rect">
            <a:avLst/>
          </a:prstGeom>
          <a:noFill/>
        </p:spPr>
      </p:pic>
    </p:spTree>
    <p:extLst>
      <p:ext uri="{BB962C8B-B14F-4D97-AF65-F5344CB8AC3E}">
        <p14:creationId xmlns="" xmlns:p14="http://schemas.microsoft.com/office/powerpoint/2010/main" val="77686392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C2554CA6-288E-4202-BC52-2E5A8F0C0A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 xmlns:a16="http://schemas.microsoft.com/office/drawing/2014/main" id="{B10BB131-AC8E-4A8E-A5D1-36260F720C3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4B1A0FBB-483B-3CD9-0279-46B6E1496097}"/>
              </a:ext>
            </a:extLst>
          </p:cNvPr>
          <p:cNvSpPr>
            <a:spLocks noGrp="1"/>
          </p:cNvSpPr>
          <p:nvPr>
            <p:ph type="title"/>
          </p:nvPr>
        </p:nvSpPr>
        <p:spPr>
          <a:xfrm>
            <a:off x="1181100" y="1396686"/>
            <a:ext cx="3471111" cy="4064628"/>
          </a:xfrm>
        </p:spPr>
        <p:txBody>
          <a:bodyPr>
            <a:normAutofit/>
          </a:bodyPr>
          <a:lstStyle/>
          <a:p>
            <a:r>
              <a:rPr lang="en-US">
                <a:solidFill>
                  <a:srgbClr val="FFFFFF"/>
                </a:solidFill>
                <a:latin typeface="Aptos"/>
                <a:ea typeface="+mj-lt"/>
                <a:cs typeface="+mj-lt"/>
              </a:rPr>
              <a:t>Functional requirements</a:t>
            </a:r>
            <a:endParaRPr lang="en-US">
              <a:solidFill>
                <a:srgbClr val="FFFFFF"/>
              </a:solidFill>
              <a:latin typeface="Aptos"/>
              <a:cs typeface="Times New Roman"/>
            </a:endParaRPr>
          </a:p>
        </p:txBody>
      </p:sp>
      <p:sp>
        <p:nvSpPr>
          <p:cNvPr id="12" name="Arc 11">
            <a:extLst>
              <a:ext uri="{FF2B5EF4-FFF2-40B4-BE49-F238E27FC236}">
                <a16:creationId xmlns="" xmlns:a16="http://schemas.microsoft.com/office/drawing/2014/main" id="{5B7778FC-632E-4DCA-A7CB-0D7731CCF97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 xmlns:a16="http://schemas.microsoft.com/office/drawing/2014/main" id="{FA23A907-97FB-4A8F-880A-DD77401C429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 xmlns:a16="http://schemas.microsoft.com/office/drawing/2014/main" id="{EDDE4B00-0415-332B-C6A4-6E5FC8DAF088}"/>
              </a:ext>
            </a:extLst>
          </p:cNvPr>
          <p:cNvSpPr>
            <a:spLocks noGrp="1"/>
          </p:cNvSpPr>
          <p:nvPr>
            <p:ph idx="1"/>
          </p:nvPr>
        </p:nvSpPr>
        <p:spPr>
          <a:xfrm>
            <a:off x="5370153" y="1526033"/>
            <a:ext cx="5536397" cy="3935281"/>
          </a:xfrm>
        </p:spPr>
        <p:txBody>
          <a:bodyPr vert="horz" lIns="91440" tIns="45720" rIns="91440" bIns="45720" rtlCol="0" anchor="t">
            <a:normAutofit/>
          </a:bodyPr>
          <a:lstStyle/>
          <a:p>
            <a:pPr marL="0" indent="0">
              <a:buNone/>
            </a:pPr>
            <a:r>
              <a:rPr lang="en-US">
                <a:ea typeface="+mn-lt"/>
                <a:cs typeface="+mn-lt"/>
              </a:rPr>
              <a:t>1.Add Income and Expenses</a:t>
            </a:r>
          </a:p>
          <a:p>
            <a:pPr marL="0" indent="0">
              <a:buNone/>
            </a:pPr>
            <a:r>
              <a:rPr lang="en-US"/>
              <a:t>2.</a:t>
            </a:r>
            <a:r>
              <a:rPr lang="en-US">
                <a:ea typeface="+mn-lt"/>
                <a:cs typeface="+mn-lt"/>
              </a:rPr>
              <a:t>Display Current Balance</a:t>
            </a:r>
          </a:p>
          <a:p>
            <a:pPr marL="0" indent="0">
              <a:buNone/>
            </a:pPr>
            <a:r>
              <a:rPr lang="en-US"/>
              <a:t>3.</a:t>
            </a:r>
            <a:r>
              <a:rPr lang="en-US">
                <a:ea typeface="+mn-lt"/>
                <a:cs typeface="+mn-lt"/>
              </a:rPr>
              <a:t>View Transaction History</a:t>
            </a:r>
          </a:p>
          <a:p>
            <a:pPr marL="0" indent="0">
              <a:buNone/>
            </a:pPr>
            <a:r>
              <a:rPr lang="en-US"/>
              <a:t>4.</a:t>
            </a:r>
            <a:r>
              <a:rPr lang="en-US">
                <a:ea typeface="+mn-lt"/>
                <a:cs typeface="+mn-lt"/>
              </a:rPr>
              <a:t>Edit and Delete Transactions</a:t>
            </a:r>
          </a:p>
          <a:p>
            <a:pPr marL="0" indent="0">
              <a:buNone/>
            </a:pPr>
            <a:r>
              <a:rPr lang="en-US">
                <a:ea typeface="+mn-lt"/>
                <a:cs typeface="+mn-lt"/>
              </a:rPr>
              <a:t>5.Category-based Filtering</a:t>
            </a:r>
          </a:p>
        </p:txBody>
      </p:sp>
    </p:spTree>
    <p:extLst>
      <p:ext uri="{BB962C8B-B14F-4D97-AF65-F5344CB8AC3E}">
        <p14:creationId xmlns="" xmlns:p14="http://schemas.microsoft.com/office/powerpoint/2010/main" val="1942886460"/>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907EF6B7-1338-4443-8C46-6A318D952DF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 xmlns:a16="http://schemas.microsoft.com/office/drawing/2014/main" id="{DAAE4CDD-124C-4DCF-9584-B6033B545DD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45EA65B4-5B75-0CF9-8BE0-8615D86F0C84}"/>
              </a:ext>
            </a:extLst>
          </p:cNvPr>
          <p:cNvSpPr>
            <a:spLocks noGrp="1"/>
          </p:cNvSpPr>
          <p:nvPr>
            <p:ph type="title"/>
          </p:nvPr>
        </p:nvSpPr>
        <p:spPr>
          <a:xfrm>
            <a:off x="686834" y="1153572"/>
            <a:ext cx="3200400" cy="4461163"/>
          </a:xfrm>
        </p:spPr>
        <p:txBody>
          <a:bodyPr>
            <a:normAutofit/>
          </a:bodyPr>
          <a:lstStyle/>
          <a:p>
            <a:r>
              <a:rPr lang="en-US" sz="3400">
                <a:solidFill>
                  <a:srgbClr val="FFFFFF"/>
                </a:solidFill>
              </a:rPr>
              <a:t>FUNCTIONAL REQUIREMENTS </a:t>
            </a:r>
          </a:p>
        </p:txBody>
      </p:sp>
      <p:sp>
        <p:nvSpPr>
          <p:cNvPr id="12" name="Arc 11">
            <a:extLst>
              <a:ext uri="{FF2B5EF4-FFF2-40B4-BE49-F238E27FC236}">
                <a16:creationId xmlns="" xmlns:a16="http://schemas.microsoft.com/office/drawing/2014/main" id="{081E4A58-353D-44AE-B2FC-2A74E2E400F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 xmlns:a16="http://schemas.microsoft.com/office/drawing/2014/main" id="{E54E347F-E73D-16D1-8455-A37BFEB60BB1}"/>
              </a:ext>
            </a:extLst>
          </p:cNvPr>
          <p:cNvSpPr>
            <a:spLocks noGrp="1"/>
          </p:cNvSpPr>
          <p:nvPr>
            <p:ph idx="1"/>
          </p:nvPr>
        </p:nvSpPr>
        <p:spPr>
          <a:xfrm>
            <a:off x="4447308" y="591344"/>
            <a:ext cx="6906491" cy="5585619"/>
          </a:xfrm>
        </p:spPr>
        <p:txBody>
          <a:bodyPr vert="horz" lIns="91440" tIns="45720" rIns="91440" bIns="45720" rtlCol="0" anchor="ctr">
            <a:normAutofit/>
          </a:bodyPr>
          <a:lstStyle/>
          <a:p>
            <a:pPr marL="0" indent="0" algn="just">
              <a:buNone/>
            </a:pPr>
            <a:r>
              <a:rPr lang="en-US" sz="1800" b="1">
                <a:ea typeface="+mn-lt"/>
                <a:cs typeface="+mn-lt"/>
              </a:rPr>
              <a:t>1)Add Income and Expenses</a:t>
            </a:r>
            <a:endParaRPr lang="en-US" sz="1800"/>
          </a:p>
          <a:p>
            <a:pPr marL="0" indent="0" algn="just">
              <a:buNone/>
            </a:pPr>
            <a:r>
              <a:rPr lang="en-US" sz="1800">
                <a:ea typeface="+mn-lt"/>
                <a:cs typeface="+mn-lt"/>
              </a:rPr>
              <a:t> Users should be able to add entries for both income and expenses by entering an amount, category, date, and optional description.</a:t>
            </a:r>
            <a:endParaRPr lang="en-US" sz="1800"/>
          </a:p>
          <a:p>
            <a:pPr marL="0" indent="0" algn="just">
              <a:buNone/>
            </a:pPr>
            <a:r>
              <a:rPr lang="en-US" sz="1800" b="1">
                <a:ea typeface="+mn-lt"/>
                <a:cs typeface="+mn-lt"/>
              </a:rPr>
              <a:t>2)Display Current Balance</a:t>
            </a:r>
            <a:endParaRPr lang="en-US" sz="1800"/>
          </a:p>
          <a:p>
            <a:pPr marL="0" indent="0" algn="just">
              <a:buNone/>
            </a:pPr>
            <a:r>
              <a:rPr lang="en-US" sz="1800">
                <a:ea typeface="+mn-lt"/>
                <a:cs typeface="+mn-lt"/>
              </a:rPr>
              <a:t> The application should calculate and display the current balance based on the total income and total expenses entered by the user.</a:t>
            </a:r>
            <a:endParaRPr lang="en-US" sz="1800"/>
          </a:p>
          <a:p>
            <a:pPr marL="0" indent="0" algn="just">
              <a:buNone/>
            </a:pPr>
            <a:r>
              <a:rPr lang="en-US" sz="1800" b="1">
                <a:ea typeface="+mn-lt"/>
                <a:cs typeface="+mn-lt"/>
              </a:rPr>
              <a:t>3)View Transaction History</a:t>
            </a:r>
            <a:endParaRPr lang="en-US" sz="1800"/>
          </a:p>
          <a:p>
            <a:pPr marL="0" indent="0" algn="just">
              <a:buNone/>
            </a:pPr>
            <a:r>
              <a:rPr lang="en-US" sz="1800">
                <a:ea typeface="+mn-lt"/>
                <a:cs typeface="+mn-lt"/>
              </a:rPr>
              <a:t> Users should be able to view a list of all income and expense entries, with details like date, category, and amount.</a:t>
            </a:r>
            <a:endParaRPr lang="en-US" sz="1800"/>
          </a:p>
          <a:p>
            <a:pPr marL="0" indent="0" algn="just">
              <a:buNone/>
            </a:pPr>
            <a:r>
              <a:rPr lang="en-US" sz="1800" b="1">
                <a:ea typeface="+mn-lt"/>
                <a:cs typeface="+mn-lt"/>
              </a:rPr>
              <a:t>4)Edit and Delete Transactions</a:t>
            </a:r>
            <a:endParaRPr lang="en-US" sz="1800"/>
          </a:p>
          <a:p>
            <a:pPr marL="0" indent="0" algn="just">
              <a:buNone/>
            </a:pPr>
            <a:r>
              <a:rPr lang="en-US" sz="1800">
                <a:ea typeface="+mn-lt"/>
                <a:cs typeface="+mn-lt"/>
              </a:rPr>
              <a:t> Users should have the option to edit or delete individual entries to ensure accuracy in tracking.</a:t>
            </a:r>
            <a:endParaRPr lang="en-US" sz="1800"/>
          </a:p>
          <a:p>
            <a:pPr marL="0" indent="0" algn="just">
              <a:buNone/>
            </a:pPr>
            <a:r>
              <a:rPr lang="en-US" sz="1800" b="1">
                <a:ea typeface="+mn-lt"/>
                <a:cs typeface="+mn-lt"/>
              </a:rPr>
              <a:t>5)Category-based Filtering</a:t>
            </a:r>
            <a:endParaRPr lang="en-US" sz="1800"/>
          </a:p>
          <a:p>
            <a:pPr marL="0" indent="0" algn="just">
              <a:buNone/>
            </a:pPr>
            <a:r>
              <a:rPr lang="en-US" sz="1800">
                <a:ea typeface="+mn-lt"/>
                <a:cs typeface="+mn-lt"/>
              </a:rPr>
              <a:t> The application should allow users to filter transactions by category (e.g., Food, Rent, Entertainment) to analyze spending in specific areas.</a:t>
            </a:r>
            <a:endParaRPr lang="en-US" sz="1800"/>
          </a:p>
          <a:p>
            <a:pPr algn="just">
              <a:buAutoNum type="arabicParenR"/>
            </a:pPr>
            <a:endParaRPr lang="en-US" sz="1800"/>
          </a:p>
        </p:txBody>
      </p:sp>
    </p:spTree>
    <p:extLst>
      <p:ext uri="{BB962C8B-B14F-4D97-AF65-F5344CB8AC3E}">
        <p14:creationId xmlns="" xmlns:p14="http://schemas.microsoft.com/office/powerpoint/2010/main" val="1611315192"/>
      </p:ext>
    </p:extLst>
  </p:cSld>
  <p:clrMapOvr>
    <a:masterClrMapping/>
  </p:clrMapOvr>
  <mc:AlternateContent xmlns:mc="http://schemas.openxmlformats.org/markup-compatibility/2006">
    <mc:Choice xmlns="" xmlns:p14="http://schemas.microsoft.com/office/powerpoint/2010/main" Requires="p14">
      <p:transition p14:dur="100">
        <p:cut/>
      </p:transition>
    </mc:Choice>
    <mc:Fallback>
      <p:transition>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 xmlns:a16="http://schemas.microsoft.com/office/drawing/2014/main" id="{C2554CA6-288E-4202-BC52-2E5A8F0C0A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 xmlns:a16="http://schemas.microsoft.com/office/drawing/2014/main" id="{B10BB131-AC8E-4A8E-A5D1-36260F720C3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FDFA8E5F-0CE9-FB4C-73E5-A2679269335E}"/>
              </a:ext>
            </a:extLst>
          </p:cNvPr>
          <p:cNvSpPr>
            <a:spLocks noGrp="1"/>
          </p:cNvSpPr>
          <p:nvPr>
            <p:ph type="title"/>
          </p:nvPr>
        </p:nvSpPr>
        <p:spPr>
          <a:xfrm>
            <a:off x="1171074" y="1396686"/>
            <a:ext cx="3458076" cy="4064628"/>
          </a:xfrm>
        </p:spPr>
        <p:txBody>
          <a:bodyPr>
            <a:normAutofit/>
          </a:bodyPr>
          <a:lstStyle/>
          <a:p>
            <a:r>
              <a:rPr lang="en-US" dirty="0">
                <a:solidFill>
                  <a:srgbClr val="FFFFFF"/>
                </a:solidFill>
                <a:ea typeface="+mj-lt"/>
                <a:cs typeface="+mj-lt"/>
              </a:rPr>
              <a:t>Non-</a:t>
            </a:r>
            <a:br>
              <a:rPr lang="en-US" dirty="0">
                <a:solidFill>
                  <a:srgbClr val="FFFFFF"/>
                </a:solidFill>
                <a:ea typeface="+mj-lt"/>
                <a:cs typeface="+mj-lt"/>
              </a:rPr>
            </a:br>
            <a:r>
              <a:rPr lang="en-US" dirty="0">
                <a:solidFill>
                  <a:srgbClr val="FFFFFF"/>
                </a:solidFill>
                <a:ea typeface="+mj-lt"/>
                <a:cs typeface="+mj-lt"/>
              </a:rPr>
              <a:t>Functional requirements</a:t>
            </a:r>
            <a:endParaRPr lang="en-US" dirty="0">
              <a:solidFill>
                <a:srgbClr val="FFFFFF"/>
              </a:solidFill>
            </a:endParaRPr>
          </a:p>
        </p:txBody>
      </p:sp>
      <p:sp>
        <p:nvSpPr>
          <p:cNvPr id="27" name="Arc 26">
            <a:extLst>
              <a:ext uri="{FF2B5EF4-FFF2-40B4-BE49-F238E27FC236}">
                <a16:creationId xmlns="" xmlns:a16="http://schemas.microsoft.com/office/drawing/2014/main" id="{5B7778FC-632E-4DCA-A7CB-0D7731CCF97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9" name="Oval 28">
            <a:extLst>
              <a:ext uri="{FF2B5EF4-FFF2-40B4-BE49-F238E27FC236}">
                <a16:creationId xmlns="" xmlns:a16="http://schemas.microsoft.com/office/drawing/2014/main" id="{FA23A907-97FB-4A8F-880A-DD77401C429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 xmlns:a16="http://schemas.microsoft.com/office/drawing/2014/main" id="{17CBB98F-21CF-2B02-44E7-FB7A853A1CE4}"/>
              </a:ext>
            </a:extLst>
          </p:cNvPr>
          <p:cNvSpPr>
            <a:spLocks noGrp="1"/>
          </p:cNvSpPr>
          <p:nvPr>
            <p:ph idx="1"/>
          </p:nvPr>
        </p:nvSpPr>
        <p:spPr>
          <a:xfrm>
            <a:off x="5370153" y="1526033"/>
            <a:ext cx="5536397" cy="3935281"/>
          </a:xfrm>
        </p:spPr>
        <p:txBody>
          <a:bodyPr vert="horz" lIns="91440" tIns="45720" rIns="91440" bIns="45720" rtlCol="0" anchor="t">
            <a:normAutofit/>
          </a:bodyPr>
          <a:lstStyle/>
          <a:p>
            <a:pPr marL="0" indent="0">
              <a:buNone/>
            </a:pPr>
            <a:r>
              <a:rPr lang="en-US">
                <a:ea typeface="+mn-lt"/>
                <a:cs typeface="+mn-lt"/>
              </a:rPr>
              <a:t>1.Usability</a:t>
            </a:r>
          </a:p>
          <a:p>
            <a:pPr marL="0" indent="0">
              <a:buNone/>
            </a:pPr>
            <a:r>
              <a:rPr lang="en-US"/>
              <a:t>2.</a:t>
            </a:r>
            <a:r>
              <a:rPr lang="en-US">
                <a:ea typeface="+mn-lt"/>
                <a:cs typeface="+mn-lt"/>
              </a:rPr>
              <a:t>Performance</a:t>
            </a:r>
          </a:p>
          <a:p>
            <a:pPr marL="0" indent="0">
              <a:buNone/>
            </a:pPr>
            <a:r>
              <a:rPr lang="en-US"/>
              <a:t>3.</a:t>
            </a:r>
            <a:r>
              <a:rPr lang="en-US">
                <a:ea typeface="+mn-lt"/>
                <a:cs typeface="+mn-lt"/>
              </a:rPr>
              <a:t>Scalability</a:t>
            </a:r>
          </a:p>
          <a:p>
            <a:pPr marL="0" indent="0">
              <a:buNone/>
            </a:pPr>
            <a:r>
              <a:rPr lang="en-US"/>
              <a:t>4.</a:t>
            </a:r>
            <a:r>
              <a:rPr lang="en-US">
                <a:ea typeface="+mn-lt"/>
                <a:cs typeface="+mn-lt"/>
              </a:rPr>
              <a:t>Data Security</a:t>
            </a:r>
          </a:p>
          <a:p>
            <a:pPr marL="0" indent="0">
              <a:buNone/>
            </a:pPr>
            <a:r>
              <a:rPr lang="en-US"/>
              <a:t>5.</a:t>
            </a:r>
            <a:r>
              <a:rPr lang="en-US">
                <a:ea typeface="+mn-lt"/>
                <a:cs typeface="+mn-lt"/>
              </a:rPr>
              <a:t>Compatibility</a:t>
            </a:r>
            <a:endParaRPr lang="en-US"/>
          </a:p>
        </p:txBody>
      </p:sp>
    </p:spTree>
    <p:extLst>
      <p:ext uri="{BB962C8B-B14F-4D97-AF65-F5344CB8AC3E}">
        <p14:creationId xmlns="" xmlns:p14="http://schemas.microsoft.com/office/powerpoint/2010/main" val="155416459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907EF6B7-1338-4443-8C46-6A318D952DF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 xmlns:a16="http://schemas.microsoft.com/office/drawing/2014/main" id="{DAAE4CDD-124C-4DCF-9584-B6033B545DD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038DB9E9-8BAA-1B0E-3293-DFA4E90AADE6}"/>
              </a:ext>
            </a:extLst>
          </p:cNvPr>
          <p:cNvSpPr>
            <a:spLocks noGrp="1"/>
          </p:cNvSpPr>
          <p:nvPr>
            <p:ph type="title"/>
          </p:nvPr>
        </p:nvSpPr>
        <p:spPr>
          <a:xfrm>
            <a:off x="0" y="1134522"/>
            <a:ext cx="3887234" cy="4461163"/>
          </a:xfrm>
        </p:spPr>
        <p:txBody>
          <a:bodyPr>
            <a:normAutofit/>
          </a:bodyPr>
          <a:lstStyle/>
          <a:p>
            <a:r>
              <a:rPr lang="en-US" sz="3400" dirty="0">
                <a:solidFill>
                  <a:srgbClr val="FFFFFF"/>
                </a:solidFill>
              </a:rPr>
              <a:t>NON-FUNCTIONAL REQUIREMENTS </a:t>
            </a:r>
          </a:p>
        </p:txBody>
      </p:sp>
      <p:sp>
        <p:nvSpPr>
          <p:cNvPr id="12" name="Arc 11">
            <a:extLst>
              <a:ext uri="{FF2B5EF4-FFF2-40B4-BE49-F238E27FC236}">
                <a16:creationId xmlns="" xmlns:a16="http://schemas.microsoft.com/office/drawing/2014/main" id="{081E4A58-353D-44AE-B2FC-2A74E2E400F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 xmlns:a16="http://schemas.microsoft.com/office/drawing/2014/main" id="{7A1401D3-665F-74FF-D9E8-506AB2AAD458}"/>
              </a:ext>
            </a:extLst>
          </p:cNvPr>
          <p:cNvSpPr>
            <a:spLocks noGrp="1"/>
          </p:cNvSpPr>
          <p:nvPr>
            <p:ph idx="1"/>
          </p:nvPr>
        </p:nvSpPr>
        <p:spPr>
          <a:xfrm>
            <a:off x="4156545" y="854033"/>
            <a:ext cx="7197254" cy="5475330"/>
          </a:xfrm>
        </p:spPr>
        <p:txBody>
          <a:bodyPr vert="horz" lIns="91440" tIns="45720" rIns="91440" bIns="45720" rtlCol="0" anchor="ctr">
            <a:noAutofit/>
          </a:bodyPr>
          <a:lstStyle/>
          <a:p>
            <a:pPr marL="0" indent="0" algn="just">
              <a:buNone/>
            </a:pPr>
            <a:r>
              <a:rPr lang="en-US" sz="1800" b="1" dirty="0">
                <a:ea typeface="+mn-lt"/>
                <a:cs typeface="+mn-lt"/>
              </a:rPr>
              <a:t>1)Usability</a:t>
            </a:r>
            <a:endParaRPr lang="en-US" sz="1800" dirty="0"/>
          </a:p>
          <a:p>
            <a:pPr marL="0" indent="0" algn="just">
              <a:buNone/>
            </a:pPr>
            <a:r>
              <a:rPr lang="en-US" sz="1800" dirty="0">
                <a:ea typeface="+mn-lt"/>
                <a:cs typeface="+mn-lt"/>
              </a:rPr>
              <a:t> It should have an intuitive and user-friendly interface, with clear navigation and labels, so that users of all experience levels can easily track their expenses.</a:t>
            </a:r>
            <a:endParaRPr lang="en-US" sz="1800" dirty="0"/>
          </a:p>
          <a:p>
            <a:pPr marL="0" indent="0" algn="just">
              <a:buNone/>
            </a:pPr>
            <a:r>
              <a:rPr lang="en-US" sz="1800" b="1" dirty="0">
                <a:ea typeface="+mn-lt"/>
                <a:cs typeface="+mn-lt"/>
              </a:rPr>
              <a:t>2)Performance</a:t>
            </a:r>
            <a:endParaRPr lang="en-US" sz="1800" dirty="0"/>
          </a:p>
          <a:p>
            <a:pPr marL="0" indent="0" algn="just">
              <a:buNone/>
            </a:pPr>
            <a:r>
              <a:rPr lang="en-US" sz="1800" dirty="0">
                <a:ea typeface="+mn-lt"/>
                <a:cs typeface="+mn-lt"/>
              </a:rPr>
              <a:t> It should load quickly, with minimal delays when adding or editing transactions, ensuring smooth interaction even with a large number of entries.</a:t>
            </a:r>
            <a:endParaRPr lang="en-US" sz="1800" dirty="0"/>
          </a:p>
          <a:p>
            <a:pPr marL="0" indent="0" algn="just">
              <a:buNone/>
            </a:pPr>
            <a:r>
              <a:rPr lang="en-US" sz="1800" b="1" dirty="0">
                <a:ea typeface="+mn-lt"/>
                <a:cs typeface="+mn-lt"/>
              </a:rPr>
              <a:t>3)Scalability</a:t>
            </a:r>
            <a:endParaRPr lang="en-US" sz="1800" dirty="0"/>
          </a:p>
          <a:p>
            <a:pPr marL="0" indent="0" algn="just">
              <a:buNone/>
            </a:pPr>
            <a:r>
              <a:rPr lang="en-US" sz="1800" dirty="0">
                <a:ea typeface="+mn-lt"/>
                <a:cs typeface="+mn-lt"/>
              </a:rPr>
              <a:t>It should be design to handle an increasing number of transactions without significant performance degradation, allowing users to add and review a high volume of entries over time.</a:t>
            </a:r>
            <a:endParaRPr lang="en-US" sz="1800" dirty="0"/>
          </a:p>
          <a:p>
            <a:pPr marL="0" indent="0" algn="just">
              <a:buNone/>
            </a:pPr>
            <a:r>
              <a:rPr lang="en-US" sz="1800" b="1" dirty="0">
                <a:ea typeface="+mn-lt"/>
                <a:cs typeface="+mn-lt"/>
              </a:rPr>
              <a:t>4)Data Security</a:t>
            </a:r>
            <a:endParaRPr lang="en-US" sz="1800" dirty="0"/>
          </a:p>
          <a:p>
            <a:pPr marL="0" indent="0" algn="just">
              <a:buNone/>
            </a:pPr>
            <a:r>
              <a:rPr lang="en-US" sz="1800" dirty="0">
                <a:ea typeface="+mn-lt"/>
                <a:cs typeface="+mn-lt"/>
              </a:rPr>
              <a:t> While it stores data locally, it should still prevent unauthorized access by ensuring that stored data remains private and secure, especially if deployed online or synced across devices in future updates.</a:t>
            </a:r>
            <a:endParaRPr lang="en-US" sz="1800" dirty="0"/>
          </a:p>
          <a:p>
            <a:pPr marL="0" indent="0" algn="just">
              <a:buNone/>
            </a:pPr>
            <a:r>
              <a:rPr lang="en-US" sz="1800" b="1" dirty="0">
                <a:ea typeface="+mn-lt"/>
                <a:cs typeface="+mn-lt"/>
              </a:rPr>
              <a:t>5)Compatibility</a:t>
            </a:r>
            <a:endParaRPr lang="en-US" sz="1800" dirty="0"/>
          </a:p>
          <a:p>
            <a:pPr marL="0" indent="0" algn="just">
              <a:buNone/>
            </a:pPr>
            <a:r>
              <a:rPr lang="en-US" sz="1800" dirty="0">
                <a:ea typeface="+mn-lt"/>
                <a:cs typeface="+mn-lt"/>
              </a:rPr>
              <a:t> It should work smoothly across different web browsers (e.g., Chrome, Firefox, Safari) and devices (e.g., desktops, tablets, </a:t>
            </a:r>
            <a:r>
              <a:rPr lang="en-US" sz="1800" dirty="0" err="1">
                <a:ea typeface="+mn-lt"/>
                <a:cs typeface="+mn-lt"/>
              </a:rPr>
              <a:t>smartphones</a:t>
            </a:r>
            <a:r>
              <a:rPr lang="en-US" sz="1800" dirty="0">
                <a:ea typeface="+mn-lt"/>
                <a:cs typeface="+mn-lt"/>
              </a:rPr>
              <a:t>) to ensure accessibility for users regardless of their device.</a:t>
            </a:r>
            <a:endParaRPr lang="en-US" sz="1800" dirty="0"/>
          </a:p>
          <a:p>
            <a:endParaRPr lang="en-US" sz="1800" dirty="0"/>
          </a:p>
        </p:txBody>
      </p:sp>
    </p:spTree>
    <p:extLst>
      <p:ext uri="{BB962C8B-B14F-4D97-AF65-F5344CB8AC3E}">
        <p14:creationId xmlns="" xmlns:p14="http://schemas.microsoft.com/office/powerpoint/2010/main" val="1467377479"/>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0" name="Flowchart: Document 89">
            <a:extLst>
              <a:ext uri="{FF2B5EF4-FFF2-40B4-BE49-F238E27FC236}">
                <a16:creationId xmlns="" xmlns:a16="http://schemas.microsoft.com/office/drawing/2014/main" id="{D12DDE76-C203-4047-9998-63900085B5E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638175" y="0"/>
            <a:ext cx="3248025" cy="3400426"/>
          </a:xfrm>
          <a:prstGeom prst="flowChartDocument">
            <a:avLst/>
          </a:prstGeom>
          <a:solidFill>
            <a:srgbClr val="3553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5C122933-AE32-0766-DDA4-72AC83FD280E}"/>
              </a:ext>
            </a:extLst>
          </p:cNvPr>
          <p:cNvSpPr>
            <a:spLocks noGrp="1"/>
          </p:cNvSpPr>
          <p:nvPr>
            <p:ph type="title"/>
          </p:nvPr>
        </p:nvSpPr>
        <p:spPr>
          <a:xfrm>
            <a:off x="857250" y="0"/>
            <a:ext cx="2840182" cy="2371148"/>
          </a:xfrm>
        </p:spPr>
        <p:txBody>
          <a:bodyPr vert="horz" lIns="91440" tIns="45720" rIns="91440" bIns="45720" rtlCol="0">
            <a:normAutofit/>
          </a:bodyPr>
          <a:lstStyle/>
          <a:p>
            <a:r>
              <a:rPr lang="en-US" sz="3200" kern="1200" dirty="0">
                <a:solidFill>
                  <a:srgbClr val="FFFFFF"/>
                </a:solidFill>
                <a:latin typeface="+mj-lt"/>
                <a:ea typeface="+mj-ea"/>
                <a:cs typeface="+mj-cs"/>
              </a:rPr>
              <a:t>USE CASE DIAGRAM </a:t>
            </a:r>
          </a:p>
        </p:txBody>
      </p:sp>
      <p:pic>
        <p:nvPicPr>
          <p:cNvPr id="5" name="Picture 2"/>
          <p:cNvPicPr>
            <a:picLocks noChangeAspect="1" noChangeArrowheads="1"/>
          </p:cNvPicPr>
          <p:nvPr/>
        </p:nvPicPr>
        <p:blipFill>
          <a:blip r:embed="rId2" cstate="print"/>
          <a:srcRect/>
          <a:stretch>
            <a:fillRect/>
          </a:stretch>
        </p:blipFill>
        <p:spPr bwMode="auto">
          <a:xfrm>
            <a:off x="6519863" y="38100"/>
            <a:ext cx="3805237" cy="6731376"/>
          </a:xfrm>
          <a:prstGeom prst="rect">
            <a:avLst/>
          </a:prstGeom>
          <a:noFill/>
          <a:ln w="9525">
            <a:noFill/>
            <a:miter lim="800000"/>
            <a:headEnd/>
            <a:tailEnd/>
          </a:ln>
          <a:effectLst/>
        </p:spPr>
      </p:pic>
    </p:spTree>
    <p:extLst>
      <p:ext uri="{BB962C8B-B14F-4D97-AF65-F5344CB8AC3E}">
        <p14:creationId xmlns="" xmlns:p14="http://schemas.microsoft.com/office/powerpoint/2010/main" val="95971319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7F8C104-7D09-36B2-045E-A53CC582F139}"/>
              </a:ext>
            </a:extLst>
          </p:cNvPr>
          <p:cNvSpPr>
            <a:spLocks noGrp="1"/>
          </p:cNvSpPr>
          <p:nvPr>
            <p:ph type="title"/>
          </p:nvPr>
        </p:nvSpPr>
        <p:spPr>
          <a:xfrm>
            <a:off x="838200" y="1710"/>
            <a:ext cx="10515600" cy="1325563"/>
          </a:xfrm>
        </p:spPr>
        <p:txBody>
          <a:bodyPr>
            <a:normAutofit/>
          </a:bodyPr>
          <a:lstStyle/>
          <a:p>
            <a:r>
              <a:rPr lang="en-US" sz="5400" dirty="0" smtClean="0"/>
              <a:t>Results and Output</a:t>
            </a:r>
            <a:endParaRPr lang="en-US" sz="5400" dirty="0"/>
          </a:p>
        </p:txBody>
      </p:sp>
      <p:pic>
        <p:nvPicPr>
          <p:cNvPr id="2050" name="Picture 2"/>
          <p:cNvPicPr>
            <a:picLocks noChangeAspect="1" noChangeArrowheads="1"/>
          </p:cNvPicPr>
          <p:nvPr/>
        </p:nvPicPr>
        <p:blipFill>
          <a:blip r:embed="rId2" cstate="print"/>
          <a:srcRect/>
          <a:stretch>
            <a:fillRect/>
          </a:stretch>
        </p:blipFill>
        <p:spPr bwMode="auto">
          <a:xfrm>
            <a:off x="1428750" y="1717675"/>
            <a:ext cx="9070721" cy="4340225"/>
          </a:xfrm>
          <a:prstGeom prst="rect">
            <a:avLst/>
          </a:prstGeom>
          <a:noFill/>
          <a:ln w="9525">
            <a:noFill/>
            <a:miter lim="800000"/>
            <a:headEnd/>
            <a:tailEnd/>
          </a:ln>
          <a:effectLst/>
        </p:spPr>
      </p:pic>
    </p:spTree>
    <p:extLst>
      <p:ext uri="{BB962C8B-B14F-4D97-AF65-F5344CB8AC3E}">
        <p14:creationId xmlns="" xmlns:p14="http://schemas.microsoft.com/office/powerpoint/2010/main" val="32521588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814388" y="1219200"/>
            <a:ext cx="4429125" cy="4648200"/>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cstate="print"/>
          <a:srcRect/>
          <a:stretch>
            <a:fillRect/>
          </a:stretch>
        </p:blipFill>
        <p:spPr bwMode="auto">
          <a:xfrm>
            <a:off x="6067425" y="1352550"/>
            <a:ext cx="4857750" cy="4000500"/>
          </a:xfrm>
          <a:prstGeom prst="rect">
            <a:avLst/>
          </a:prstGeom>
          <a:noFill/>
          <a:ln w="9525">
            <a:noFill/>
            <a:miter lim="800000"/>
            <a:headEnd/>
            <a:tailEnd/>
          </a:ln>
          <a:effectLst/>
        </p:spPr>
      </p:pic>
    </p:spTree>
    <p:extLst>
      <p:ext uri="{BB962C8B-B14F-4D97-AF65-F5344CB8AC3E}">
        <p14:creationId xmlns="" xmlns:p14="http://schemas.microsoft.com/office/powerpoint/2010/main" val="36830097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a:stretch>
            <a:fillRect/>
          </a:stretch>
        </p:blipFill>
        <p:spPr bwMode="auto">
          <a:xfrm>
            <a:off x="231775" y="260350"/>
            <a:ext cx="7231063" cy="6145213"/>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cstate="print"/>
          <a:srcRect/>
          <a:stretch>
            <a:fillRect/>
          </a:stretch>
        </p:blipFill>
        <p:spPr bwMode="auto">
          <a:xfrm>
            <a:off x="7962900" y="1962150"/>
            <a:ext cx="3429000" cy="3162300"/>
          </a:xfrm>
          <a:prstGeom prst="rect">
            <a:avLst/>
          </a:prstGeom>
          <a:noFill/>
          <a:ln w="9525">
            <a:noFill/>
            <a:miter lim="800000"/>
            <a:headEnd/>
            <a:tailEnd/>
          </a:ln>
          <a:effectLst/>
        </p:spPr>
      </p:pic>
    </p:spTree>
    <p:extLst>
      <p:ext uri="{BB962C8B-B14F-4D97-AF65-F5344CB8AC3E}">
        <p14:creationId xmlns="" xmlns:p14="http://schemas.microsoft.com/office/powerpoint/2010/main" val="40019698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06BEF33-405F-E0CC-4CDC-376A1D82400C}"/>
              </a:ext>
            </a:extLst>
          </p:cNvPr>
          <p:cNvSpPr>
            <a:spLocks noGrp="1"/>
          </p:cNvSpPr>
          <p:nvPr>
            <p:ph type="title"/>
          </p:nvPr>
        </p:nvSpPr>
        <p:spPr/>
        <p:txBody>
          <a:bodyPr/>
          <a:lstStyle/>
          <a:p>
            <a:r>
              <a:rPr lang="en-US" sz="4800" dirty="0"/>
              <a:t>Results and Discussion</a:t>
            </a:r>
            <a:endParaRPr lang="en-US" dirty="0"/>
          </a:p>
        </p:txBody>
      </p:sp>
      <p:sp>
        <p:nvSpPr>
          <p:cNvPr id="3" name="TextBox 2">
            <a:extLst>
              <a:ext uri="{FF2B5EF4-FFF2-40B4-BE49-F238E27FC236}">
                <a16:creationId xmlns="" xmlns:a16="http://schemas.microsoft.com/office/drawing/2014/main" id="{3341AD1D-B681-442F-1997-6DBC9AC9C5F9}"/>
              </a:ext>
            </a:extLst>
          </p:cNvPr>
          <p:cNvSpPr txBox="1"/>
          <p:nvPr/>
        </p:nvSpPr>
        <p:spPr>
          <a:xfrm>
            <a:off x="781504" y="1538541"/>
            <a:ext cx="10898658" cy="55153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285750" algn="just">
              <a:lnSpc>
                <a:spcPct val="90000"/>
              </a:lnSpc>
              <a:spcAft>
                <a:spcPts val="600"/>
              </a:spcAft>
              <a:buFont typeface="Wingdings"/>
              <a:buChar char="Ø"/>
            </a:pPr>
            <a:r>
              <a:rPr lang="en-US" sz="1400" dirty="0"/>
              <a:t>The Expense Tracker system's user interface is designed for simplicity and efficiency, with key features including:</a:t>
            </a:r>
            <a:endParaRPr lang="en-US" dirty="0"/>
          </a:p>
          <a:p>
            <a:pPr marL="285750" indent="-228600" algn="just">
              <a:lnSpc>
                <a:spcPct val="90000"/>
              </a:lnSpc>
              <a:spcAft>
                <a:spcPts val="600"/>
              </a:spcAft>
              <a:buFont typeface="Wingdings"/>
              <a:buChar char="Ø"/>
            </a:pPr>
            <a:r>
              <a:rPr lang="en-US" sz="1400" b="1" dirty="0"/>
              <a:t>Dashboard Overview</a:t>
            </a:r>
            <a:r>
              <a:rPr lang="en-US" sz="1400" dirty="0"/>
              <a:t>:</a:t>
            </a:r>
          </a:p>
          <a:p>
            <a:pPr marL="742950" lvl="1" indent="-228600" algn="just">
              <a:lnSpc>
                <a:spcPct val="90000"/>
              </a:lnSpc>
              <a:spcAft>
                <a:spcPts val="600"/>
              </a:spcAft>
              <a:buFont typeface="Arial,Sans-Serif"/>
              <a:buChar char="•"/>
            </a:pPr>
            <a:r>
              <a:rPr lang="en-US" sz="1400" dirty="0"/>
              <a:t>Provides a quick summary of financial status.</a:t>
            </a:r>
          </a:p>
          <a:p>
            <a:pPr marL="742950" lvl="1" indent="-228600" algn="just">
              <a:lnSpc>
                <a:spcPct val="90000"/>
              </a:lnSpc>
              <a:spcAft>
                <a:spcPts val="600"/>
              </a:spcAft>
              <a:buFont typeface="Arial,Sans-Serif"/>
              <a:buChar char="•"/>
            </a:pPr>
            <a:r>
              <a:rPr lang="en-US" sz="1400" dirty="0"/>
              <a:t>Displays current balance, recent transactions, and categorized expense breakdowns in an intuitive layout.</a:t>
            </a:r>
          </a:p>
          <a:p>
            <a:pPr marL="285750" indent="-228600" algn="just">
              <a:lnSpc>
                <a:spcPct val="90000"/>
              </a:lnSpc>
              <a:spcAft>
                <a:spcPts val="600"/>
              </a:spcAft>
              <a:buFont typeface="Wingdings"/>
              <a:buChar char="Ø"/>
            </a:pPr>
            <a:r>
              <a:rPr lang="en-US" sz="1400" b="1" dirty="0"/>
              <a:t>Add Income and Expenses</a:t>
            </a:r>
            <a:r>
              <a:rPr lang="en-US" sz="1400" dirty="0"/>
              <a:t>:</a:t>
            </a:r>
          </a:p>
          <a:p>
            <a:pPr marL="742950" lvl="1" indent="-228600" algn="just">
              <a:lnSpc>
                <a:spcPct val="90000"/>
              </a:lnSpc>
              <a:spcAft>
                <a:spcPts val="600"/>
              </a:spcAft>
              <a:buFont typeface="Arial,Sans-Serif"/>
              <a:buChar char="•"/>
            </a:pPr>
            <a:r>
              <a:rPr lang="en-US" sz="1400" dirty="0"/>
              <a:t>Easy-to-use screen with labeled fields for date, amount, and category.</a:t>
            </a:r>
          </a:p>
          <a:p>
            <a:pPr marL="742950" lvl="1" indent="-228600" algn="just">
              <a:lnSpc>
                <a:spcPct val="90000"/>
              </a:lnSpc>
              <a:spcAft>
                <a:spcPts val="600"/>
              </a:spcAft>
              <a:buFont typeface="Arial,Sans-Serif"/>
              <a:buChar char="•"/>
            </a:pPr>
            <a:r>
              <a:rPr lang="en-US" sz="1400" dirty="0"/>
              <a:t>Focuses on effortless transaction entry.</a:t>
            </a:r>
          </a:p>
          <a:p>
            <a:pPr marL="285750" indent="-228600" algn="just">
              <a:lnSpc>
                <a:spcPct val="90000"/>
              </a:lnSpc>
              <a:spcAft>
                <a:spcPts val="600"/>
              </a:spcAft>
              <a:buFont typeface="Wingdings"/>
              <a:buChar char="Ø"/>
            </a:pPr>
            <a:r>
              <a:rPr lang="en-US" sz="1400" b="1" dirty="0"/>
              <a:t>Transaction History</a:t>
            </a:r>
            <a:r>
              <a:rPr lang="en-US" sz="1400" dirty="0"/>
              <a:t>:</a:t>
            </a:r>
          </a:p>
          <a:p>
            <a:pPr marL="742950" lvl="1" indent="-228600" algn="just">
              <a:lnSpc>
                <a:spcPct val="90000"/>
              </a:lnSpc>
              <a:spcAft>
                <a:spcPts val="600"/>
              </a:spcAft>
              <a:buFont typeface="Arial,Sans-Serif"/>
              <a:buChar char="•"/>
            </a:pPr>
            <a:r>
              <a:rPr lang="en-US" sz="1400" dirty="0"/>
              <a:t>Detailed tabular view of all transactions with date, category, amount, and type.</a:t>
            </a:r>
          </a:p>
          <a:p>
            <a:pPr marL="742950" lvl="1" indent="-228600" algn="just">
              <a:lnSpc>
                <a:spcPct val="90000"/>
              </a:lnSpc>
              <a:spcAft>
                <a:spcPts val="600"/>
              </a:spcAft>
              <a:buFont typeface="Arial,Sans-Serif"/>
              <a:buChar char="•"/>
            </a:pPr>
            <a:r>
              <a:rPr lang="en-US" sz="1400" dirty="0"/>
              <a:t>Includes search and filter options for quick navigation.</a:t>
            </a:r>
          </a:p>
          <a:p>
            <a:pPr marL="285750" indent="-228600" algn="just">
              <a:lnSpc>
                <a:spcPct val="90000"/>
              </a:lnSpc>
              <a:spcAft>
                <a:spcPts val="600"/>
              </a:spcAft>
              <a:buFont typeface="Wingdings"/>
              <a:buChar char="Ø"/>
            </a:pPr>
            <a:r>
              <a:rPr lang="en-US" sz="1400" b="1" dirty="0"/>
              <a:t>Edit and Delete Options</a:t>
            </a:r>
            <a:r>
              <a:rPr lang="en-US" sz="1400" dirty="0"/>
              <a:t>:</a:t>
            </a:r>
          </a:p>
          <a:p>
            <a:pPr marL="742950" lvl="1" indent="-228600" algn="just">
              <a:lnSpc>
                <a:spcPct val="90000"/>
              </a:lnSpc>
              <a:spcAft>
                <a:spcPts val="600"/>
              </a:spcAft>
              <a:buFont typeface="Arial,Sans-Serif"/>
              <a:buChar char="•"/>
            </a:pPr>
            <a:r>
              <a:rPr lang="en-US" sz="1400" dirty="0"/>
              <a:t>Users can manage transactions with clear icons or buttons directly from the history page.</a:t>
            </a:r>
          </a:p>
          <a:p>
            <a:pPr marL="285750" indent="-228600" algn="just">
              <a:lnSpc>
                <a:spcPct val="90000"/>
              </a:lnSpc>
              <a:spcAft>
                <a:spcPts val="600"/>
              </a:spcAft>
              <a:buFont typeface="Wingdings"/>
              <a:buChar char="Ø"/>
            </a:pPr>
            <a:r>
              <a:rPr lang="en-US" sz="1400" b="1" dirty="0"/>
              <a:t>Category-based Filtering</a:t>
            </a:r>
            <a:r>
              <a:rPr lang="en-US" sz="1400" dirty="0"/>
              <a:t>:</a:t>
            </a:r>
          </a:p>
          <a:p>
            <a:pPr marL="742950" lvl="1" indent="-228600" algn="just">
              <a:lnSpc>
                <a:spcPct val="90000"/>
              </a:lnSpc>
              <a:spcAft>
                <a:spcPts val="600"/>
              </a:spcAft>
              <a:buFont typeface="Arial,Sans-Serif"/>
              <a:buChar char="•"/>
            </a:pPr>
            <a:r>
              <a:rPr lang="en-US" sz="1400" dirty="0"/>
              <a:t>Dropdowns or menus allow viewing expenses by category (e.g., food, travel).</a:t>
            </a:r>
          </a:p>
          <a:p>
            <a:pPr marL="742950" lvl="1" indent="-228600" algn="just">
              <a:lnSpc>
                <a:spcPct val="90000"/>
              </a:lnSpc>
              <a:spcAft>
                <a:spcPts val="600"/>
              </a:spcAft>
              <a:buFont typeface="Arial,Sans-Serif"/>
              <a:buChar char="•"/>
            </a:pPr>
            <a:r>
              <a:rPr lang="en-US" sz="1400" dirty="0"/>
              <a:t>Includes visual cues like charts or highlights to analyze spending patterns.</a:t>
            </a:r>
          </a:p>
          <a:p>
            <a:pPr marL="285750" indent="-228600" algn="just">
              <a:lnSpc>
                <a:spcPct val="90000"/>
              </a:lnSpc>
              <a:spcAft>
                <a:spcPts val="600"/>
              </a:spcAft>
              <a:buFont typeface="Wingdings"/>
              <a:buChar char="Ø"/>
            </a:pPr>
            <a:r>
              <a:rPr lang="en-US" sz="1400" b="1" dirty="0"/>
              <a:t>Visual Insights</a:t>
            </a:r>
            <a:r>
              <a:rPr lang="en-US" sz="1400" dirty="0"/>
              <a:t>:</a:t>
            </a:r>
          </a:p>
          <a:p>
            <a:pPr marL="742950" lvl="1" indent="-228600" algn="just">
              <a:lnSpc>
                <a:spcPct val="90000"/>
              </a:lnSpc>
              <a:spcAft>
                <a:spcPts val="600"/>
              </a:spcAft>
              <a:buFont typeface="Arial,Sans-Serif"/>
              <a:buChar char="•"/>
            </a:pPr>
            <a:r>
              <a:rPr lang="en-US" sz="1400" dirty="0"/>
              <a:t>Interactive charts (pie, bar graphs) offer a clear visual representation of income and expenses.</a:t>
            </a:r>
          </a:p>
          <a:p>
            <a:pPr marL="742950" lvl="1" indent="-228600" algn="just">
              <a:lnSpc>
                <a:spcPct val="90000"/>
              </a:lnSpc>
              <a:spcAft>
                <a:spcPts val="600"/>
              </a:spcAft>
              <a:buFont typeface="Arial,Sans-Serif"/>
              <a:buChar char="•"/>
            </a:pPr>
            <a:r>
              <a:rPr lang="en-US" sz="1400" dirty="0"/>
              <a:t>Ensures data exploration is engaging and informative.</a:t>
            </a:r>
          </a:p>
          <a:p>
            <a:pPr marL="228600" indent="-228600" algn="just">
              <a:lnSpc>
                <a:spcPct val="90000"/>
              </a:lnSpc>
              <a:spcAft>
                <a:spcPts val="600"/>
              </a:spcAft>
              <a:buFont typeface="Wingdings"/>
              <a:buChar char="Ø"/>
            </a:pPr>
            <a:endParaRPr lang="en-US" sz="1400" dirty="0"/>
          </a:p>
          <a:p>
            <a:pPr algn="just"/>
            <a:endParaRPr lang="en-US" dirty="0"/>
          </a:p>
        </p:txBody>
      </p:sp>
    </p:spTree>
    <p:extLst>
      <p:ext uri="{BB962C8B-B14F-4D97-AF65-F5344CB8AC3E}">
        <p14:creationId xmlns="" xmlns:p14="http://schemas.microsoft.com/office/powerpoint/2010/main" val="9510415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2E1C25A-20F2-56CF-22B3-EBC9467B19CF}"/>
              </a:ext>
            </a:extLst>
          </p:cNvPr>
          <p:cNvSpPr>
            <a:spLocks noGrp="1"/>
          </p:cNvSpPr>
          <p:nvPr>
            <p:ph type="title"/>
          </p:nvPr>
        </p:nvSpPr>
        <p:spPr/>
        <p:txBody>
          <a:bodyPr>
            <a:normAutofit/>
          </a:bodyPr>
          <a:lstStyle/>
          <a:p>
            <a:r>
              <a:rPr lang="en-US" sz="2400" b="1" dirty="0">
                <a:latin typeface="Times New Roman"/>
                <a:cs typeface="Times New Roman"/>
              </a:rPr>
              <a:t>CONCLUSION &amp; FUTURE SCOPE</a:t>
            </a:r>
            <a:endParaRPr lang="en-US" sz="2400" dirty="0"/>
          </a:p>
        </p:txBody>
      </p:sp>
      <p:sp>
        <p:nvSpPr>
          <p:cNvPr id="3" name="TextBox 2">
            <a:extLst>
              <a:ext uri="{FF2B5EF4-FFF2-40B4-BE49-F238E27FC236}">
                <a16:creationId xmlns="" xmlns:a16="http://schemas.microsoft.com/office/drawing/2014/main" id="{D88B5AB1-E782-776C-91C7-4070A24BE027}"/>
              </a:ext>
            </a:extLst>
          </p:cNvPr>
          <p:cNvSpPr txBox="1"/>
          <p:nvPr/>
        </p:nvSpPr>
        <p:spPr>
          <a:xfrm>
            <a:off x="464308" y="1473437"/>
            <a:ext cx="10895777"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dirty="0">
                <a:latin typeface="Times New Roman"/>
                <a:cs typeface="Times New Roman"/>
              </a:rPr>
              <a:t>CONCLUSION</a:t>
            </a:r>
            <a:endParaRPr lang="en-US" dirty="0">
              <a:latin typeface="Times New Roman"/>
              <a:cs typeface="Times New Roman"/>
            </a:endParaRPr>
          </a:p>
          <a:p>
            <a:pPr algn="just"/>
            <a:r>
              <a:rPr lang="en-US" dirty="0">
                <a:latin typeface="Times New Roman"/>
                <a:cs typeface="Times New Roman"/>
              </a:rPr>
              <a:t>The Budget </a:t>
            </a:r>
            <a:r>
              <a:rPr lang="en-US" dirty="0" smtClean="0">
                <a:latin typeface="Times New Roman"/>
                <a:cs typeface="Times New Roman"/>
              </a:rPr>
              <a:t>Expense </a:t>
            </a:r>
            <a:r>
              <a:rPr lang="en-US" dirty="0">
                <a:latin typeface="Times New Roman"/>
                <a:cs typeface="Times New Roman"/>
              </a:rPr>
              <a:t>is an efficient and user-friendly web application designed to simplify personal financial management. By enabling users to track their income and expenses, it promotes better financial awareness and decision-making. The integration of modern web technologies ensures a seamless user experience, making it a valuable tool for anyone seeking to maintain financial discipline and achieve budgeting goals.</a:t>
            </a:r>
          </a:p>
          <a:p>
            <a:pPr algn="just"/>
            <a:endParaRPr lang="en-US" dirty="0">
              <a:latin typeface="Times New Roman"/>
              <a:cs typeface="Times New Roman"/>
            </a:endParaRPr>
          </a:p>
          <a:p>
            <a:pPr algn="just"/>
            <a:r>
              <a:rPr lang="en-US" b="1" dirty="0">
                <a:latin typeface="Times New Roman"/>
                <a:cs typeface="Times New Roman"/>
              </a:rPr>
              <a:t>FUTURE SCOPE:</a:t>
            </a:r>
            <a:endParaRPr lang="en-US" dirty="0">
              <a:latin typeface="Times New Roman"/>
              <a:cs typeface="Times New Roman"/>
            </a:endParaRPr>
          </a:p>
          <a:p>
            <a:pPr marL="285750" indent="-285750" algn="just">
              <a:buFont typeface="Wingdings"/>
              <a:buChar char="Ø"/>
            </a:pPr>
            <a:r>
              <a:rPr lang="en-US" b="1" dirty="0">
                <a:latin typeface="Times New Roman"/>
                <a:cs typeface="Times New Roman"/>
              </a:rPr>
              <a:t>Advanced Data Visualization:</a:t>
            </a:r>
            <a:endParaRPr lang="en-US" dirty="0">
              <a:latin typeface="Times New Roman"/>
              <a:cs typeface="Times New Roman"/>
            </a:endParaRPr>
          </a:p>
          <a:p>
            <a:pPr algn="just">
              <a:buFont typeface="Wingdings"/>
              <a:buChar char="Ø"/>
            </a:pPr>
            <a:r>
              <a:rPr lang="en-US" dirty="0">
                <a:latin typeface="Times New Roman"/>
                <a:cs typeface="Times New Roman"/>
              </a:rPr>
              <a:t>Include dynamic charts and graphs for deeper insights into spending trends over time, allowing users to make more informed financial decisions.</a:t>
            </a:r>
          </a:p>
          <a:p>
            <a:pPr algn="just">
              <a:buFont typeface="Wingdings"/>
              <a:buChar char="Ø"/>
            </a:pPr>
            <a:r>
              <a:rPr lang="en-US" b="1" dirty="0">
                <a:latin typeface="Times New Roman"/>
                <a:cs typeface="Times New Roman"/>
              </a:rPr>
              <a:t>Integration with External Financial Platforms :</a:t>
            </a:r>
            <a:endParaRPr lang="en-US" dirty="0">
              <a:latin typeface="Times New Roman"/>
              <a:cs typeface="Times New Roman"/>
            </a:endParaRPr>
          </a:p>
          <a:p>
            <a:pPr algn="just">
              <a:buFont typeface="Wingdings"/>
              <a:buChar char="Ø"/>
            </a:pPr>
            <a:r>
              <a:rPr lang="en-US" dirty="0">
                <a:latin typeface="Times New Roman"/>
                <a:cs typeface="Times New Roman"/>
              </a:rPr>
              <a:t>Enable integration with banking apps, credit card systems, or e-wallets for automatic expense tracking and reconciliation.</a:t>
            </a:r>
          </a:p>
          <a:p>
            <a:pPr algn="just">
              <a:buFont typeface="Wingdings"/>
              <a:buChar char="Ø"/>
            </a:pPr>
            <a:r>
              <a:rPr lang="en-US" b="1" dirty="0">
                <a:latin typeface="Times New Roman"/>
                <a:cs typeface="Times New Roman"/>
              </a:rPr>
              <a:t>Collaborative Budgeting :</a:t>
            </a:r>
            <a:endParaRPr lang="en-US" dirty="0">
              <a:latin typeface="Times New Roman"/>
              <a:cs typeface="Times New Roman"/>
            </a:endParaRPr>
          </a:p>
          <a:p>
            <a:pPr algn="just">
              <a:buFont typeface="Wingdings"/>
              <a:buChar char="Ø"/>
            </a:pPr>
            <a:r>
              <a:rPr lang="en-US" dirty="0">
                <a:latin typeface="Times New Roman"/>
                <a:cs typeface="Times New Roman"/>
              </a:rPr>
              <a:t>Add shared budget options for families or teams, where multiple users can contribute and monitor a common financial goal.</a:t>
            </a:r>
          </a:p>
          <a:p>
            <a:pPr marL="285750" indent="-285750" algn="just">
              <a:buFont typeface="Wingdings"/>
              <a:buChar char="Ø"/>
            </a:pPr>
            <a:endParaRPr lang="en-US" b="1" dirty="0">
              <a:latin typeface="Times New Roman"/>
              <a:cs typeface="Times New Roman"/>
            </a:endParaRPr>
          </a:p>
        </p:txBody>
      </p:sp>
    </p:spTree>
    <p:extLst>
      <p:ext uri="{BB962C8B-B14F-4D97-AF65-F5344CB8AC3E}">
        <p14:creationId xmlns="" xmlns:p14="http://schemas.microsoft.com/office/powerpoint/2010/main" val="37297264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 name="Rectangle 39">
            <a:extLst>
              <a:ext uri="{FF2B5EF4-FFF2-40B4-BE49-F238E27FC236}">
                <a16:creationId xmlns="" xmlns:a16="http://schemas.microsoft.com/office/drawing/2014/main" id="{489B7BFD-8F45-4093-AD9C-91B15B0503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2" name="Freeform: Shape 41">
            <a:extLst>
              <a:ext uri="{FF2B5EF4-FFF2-40B4-BE49-F238E27FC236}">
                <a16:creationId xmlns="" xmlns:a16="http://schemas.microsoft.com/office/drawing/2014/main" id="{498F8FF6-43B4-494A-AF8F-123A4983EDF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873010" y="-18660"/>
            <a:ext cx="4902679" cy="4667000"/>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 xmlns:a16="http://schemas.microsoft.com/office/drawing/2014/main" id="{4DCEC70C-9F4B-4A73-B4BD-AE50AD617F5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873010" y="-18660"/>
            <a:ext cx="4902679" cy="4667000"/>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 xmlns:a16="http://schemas.microsoft.com/office/drawing/2014/main" id="{5AFEC601-A132-47EE-B0C2-B38ACD9FCE6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701955" y="-18660"/>
            <a:ext cx="4902678" cy="4544235"/>
          </a:xfrm>
          <a:custGeom>
            <a:avLst/>
            <a:gdLst>
              <a:gd name="connsiteX0" fmla="*/ 1529549 w 6355652"/>
              <a:gd name="connsiteY0" fmla="*/ 0 h 5890980"/>
              <a:gd name="connsiteX1" fmla="*/ 4826104 w 6355652"/>
              <a:gd name="connsiteY1" fmla="*/ 0 h 5890980"/>
              <a:gd name="connsiteX2" fmla="*/ 4954579 w 6355652"/>
              <a:gd name="connsiteY2" fmla="*/ 78051 h 5890980"/>
              <a:gd name="connsiteX3" fmla="*/ 6355652 w 6355652"/>
              <a:gd name="connsiteY3" fmla="*/ 2713154 h 5890980"/>
              <a:gd name="connsiteX4" fmla="*/ 3177826 w 6355652"/>
              <a:gd name="connsiteY4" fmla="*/ 5890980 h 5890980"/>
              <a:gd name="connsiteX5" fmla="*/ 0 w 6355652"/>
              <a:gd name="connsiteY5" fmla="*/ 2713154 h 5890980"/>
              <a:gd name="connsiteX6" fmla="*/ 1401073 w 6355652"/>
              <a:gd name="connsiteY6" fmla="*/ 78051 h 5890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5890980">
                <a:moveTo>
                  <a:pt x="1529549" y="0"/>
                </a:moveTo>
                <a:lnTo>
                  <a:pt x="4826104" y="0"/>
                </a:lnTo>
                <a:lnTo>
                  <a:pt x="4954579" y="78051"/>
                </a:lnTo>
                <a:cubicBezTo>
                  <a:pt x="5799886" y="649129"/>
                  <a:pt x="6355652" y="1616239"/>
                  <a:pt x="6355652" y="2713154"/>
                </a:cubicBezTo>
                <a:cubicBezTo>
                  <a:pt x="6355652" y="4468219"/>
                  <a:pt x="4932891" y="5890980"/>
                  <a:pt x="3177826" y="5890980"/>
                </a:cubicBezTo>
                <a:cubicBezTo>
                  <a:pt x="1422761" y="5890980"/>
                  <a:pt x="0" y="4468219"/>
                  <a:pt x="0" y="2713154"/>
                </a:cubicBezTo>
                <a:cubicBezTo>
                  <a:pt x="0" y="1616239"/>
                  <a:pt x="555766" y="649129"/>
                  <a:pt x="1401073" y="78051"/>
                </a:cubicBezTo>
                <a:close/>
              </a:path>
            </a:pathLst>
          </a:cu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D1463A57-568E-3A91-F000-6BBD46A149C6}"/>
              </a:ext>
            </a:extLst>
          </p:cNvPr>
          <p:cNvSpPr>
            <a:spLocks noGrp="1"/>
          </p:cNvSpPr>
          <p:nvPr>
            <p:ph type="title"/>
          </p:nvPr>
        </p:nvSpPr>
        <p:spPr>
          <a:xfrm>
            <a:off x="1157477" y="306277"/>
            <a:ext cx="4024032" cy="2885715"/>
          </a:xfrm>
        </p:spPr>
        <p:txBody>
          <a:bodyPr vert="horz" lIns="91440" tIns="45720" rIns="91440" bIns="45720" rtlCol="0" anchor="b">
            <a:normAutofit/>
          </a:bodyPr>
          <a:lstStyle/>
          <a:p>
            <a:pPr algn="ctr"/>
            <a:r>
              <a:rPr lang="en-US" sz="5400" b="1" kern="1200">
                <a:solidFill>
                  <a:schemeClr val="bg1"/>
                </a:solidFill>
                <a:latin typeface="+mj-lt"/>
                <a:ea typeface="+mj-ea"/>
                <a:cs typeface="+mj-cs"/>
              </a:rPr>
              <a:t>THANK YOU</a:t>
            </a:r>
          </a:p>
        </p:txBody>
      </p:sp>
      <p:sp>
        <p:nvSpPr>
          <p:cNvPr id="48" name="Graphic 212">
            <a:extLst>
              <a:ext uri="{FF2B5EF4-FFF2-40B4-BE49-F238E27FC236}">
                <a16:creationId xmlns="" xmlns:a16="http://schemas.microsoft.com/office/drawing/2014/main" id="{279CAF82-0ECF-42BE-8F37-F71941E5D41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7095744" y="619036"/>
            <a:ext cx="857067" cy="85706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50" name="Graphic 212">
            <a:extLst>
              <a:ext uri="{FF2B5EF4-FFF2-40B4-BE49-F238E27FC236}">
                <a16:creationId xmlns="" xmlns:a16="http://schemas.microsoft.com/office/drawing/2014/main" id="{4D525A72-77E7-4E14-BEE2-FC3A19EC41C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7095744" y="619036"/>
            <a:ext cx="857067" cy="85706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52" name="Oval 51">
            <a:extLst>
              <a:ext uri="{FF2B5EF4-FFF2-40B4-BE49-F238E27FC236}">
                <a16:creationId xmlns="" xmlns:a16="http://schemas.microsoft.com/office/drawing/2014/main" id="{033BC44A-0661-43B4-9C14-FD5963C226A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369124" y="5424608"/>
            <a:ext cx="319941" cy="319941"/>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25" name="Graphic 24" descr="Smiling Face with No Fill">
            <a:extLst>
              <a:ext uri="{FF2B5EF4-FFF2-40B4-BE49-F238E27FC236}">
                <a16:creationId xmlns="" xmlns:a16="http://schemas.microsoft.com/office/drawing/2014/main" id="{32906F6B-7B94-008C-F1A7-2F409716C335}"/>
              </a:ext>
            </a:extLst>
          </p:cNvPr>
          <p:cNvPicPr>
            <a:picLocks noChangeAspect="1"/>
          </p:cNvPicPr>
          <p:nvPr/>
        </p:nvPicPr>
        <p:blipFill>
          <a:blip r:embed="rId2" cstate="print">
            <a:extLst>
              <a:ext uri="{28A0092B-C50C-407E-A947-70E740481C1C}">
                <a14:useLocalDpi xmlns="" xmlns:a14="http://schemas.microsoft.com/office/drawing/2010/main" val="0"/>
              </a:ext>
              <a:ext uri="{96DAC541-7B7A-43D3-8B79-37D633B846F1}">
                <asvg:svgBlip xmlns="" xmlns:asvg="http://schemas.microsoft.com/office/drawing/2016/SVG/main" r:embed="rId3"/>
              </a:ext>
            </a:extLst>
          </a:blip>
          <a:stretch>
            <a:fillRect/>
          </a:stretch>
        </p:blipFill>
        <p:spPr>
          <a:xfrm>
            <a:off x="7325365" y="2474375"/>
            <a:ext cx="3083023" cy="3083023"/>
          </a:xfrm>
          <a:prstGeom prst="rect">
            <a:avLst/>
          </a:prstGeom>
        </p:spPr>
      </p:pic>
      <p:sp>
        <p:nvSpPr>
          <p:cNvPr id="54" name="Oval 53">
            <a:extLst>
              <a:ext uri="{FF2B5EF4-FFF2-40B4-BE49-F238E27FC236}">
                <a16:creationId xmlns="" xmlns:a16="http://schemas.microsoft.com/office/drawing/2014/main" id="{DA31323F-03C2-4114-B2CC-79931D220D0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6526412" y="1675422"/>
            <a:ext cx="4680928" cy="4680928"/>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 xmlns:a16="http://schemas.microsoft.com/office/drawing/2014/main" id="{298EBCA3-8AAD-4596-8EBF-43A43542FDD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6526412" y="1675422"/>
            <a:ext cx="4680928" cy="4680928"/>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Graphic 185">
            <a:extLst>
              <a:ext uri="{FF2B5EF4-FFF2-40B4-BE49-F238E27FC236}">
                <a16:creationId xmlns="" xmlns:a16="http://schemas.microsoft.com/office/drawing/2014/main" id="{FB9739EB-7F66-433D-841F-AB3CD18700B7}"/>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10549330" y="2227397"/>
            <a:ext cx="1054466" cy="469689"/>
            <a:chOff x="9841624" y="4115729"/>
            <a:chExt cx="602169" cy="268223"/>
          </a:xfrm>
          <a:solidFill>
            <a:schemeClr val="bg1"/>
          </a:solidFill>
        </p:grpSpPr>
        <p:sp>
          <p:nvSpPr>
            <p:cNvPr id="59" name="Freeform: Shape 58">
              <a:extLst>
                <a:ext uri="{FF2B5EF4-FFF2-40B4-BE49-F238E27FC236}">
                  <a16:creationId xmlns="" xmlns:a16="http://schemas.microsoft.com/office/drawing/2014/main" id="{104F2BBD-A005-4DCB-9566-F2351050BEE6}"/>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 xmlns:a16="http://schemas.microsoft.com/office/drawing/2014/main" id="{8B00DEC7-198B-49D1-98FD-018F3ECFCF4C}"/>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 xmlns:a16="http://schemas.microsoft.com/office/drawing/2014/main" id="{F14DFC82-B3B3-468E-91B3-1302CFC68468}"/>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 xmlns:a16="http://schemas.microsoft.com/office/drawing/2014/main" id="{D3250EFE-214E-4B8E-AF96-036A514FFB2D}"/>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 xmlns:a16="http://schemas.microsoft.com/office/drawing/2014/main" id="{AD058EBE-D4A5-4C43-B170-6A451F87A7B2}"/>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65" name="Oval 64">
            <a:extLst>
              <a:ext uri="{FF2B5EF4-FFF2-40B4-BE49-F238E27FC236}">
                <a16:creationId xmlns="" xmlns:a16="http://schemas.microsoft.com/office/drawing/2014/main" id="{9457709F-7F08-4A4A-9DB7-1AFB3FCF079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369124" y="5424608"/>
            <a:ext cx="319941" cy="31994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 xmlns:p14="http://schemas.microsoft.com/office/powerpoint/2010/main" val="3709733310"/>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98</TotalTime>
  <Words>1112</Words>
  <Application>Microsoft Office PowerPoint</Application>
  <PresentationFormat>Custom</PresentationFormat>
  <Paragraphs>137</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Slide 1</vt:lpstr>
      <vt:lpstr>Introduction</vt:lpstr>
      <vt:lpstr>Problem Statement</vt:lpstr>
      <vt:lpstr>Objectives</vt:lpstr>
      <vt:lpstr>LITERATURE SURVEY </vt:lpstr>
      <vt:lpstr>Slide 6</vt:lpstr>
      <vt:lpstr>Software Requirements</vt:lpstr>
      <vt:lpstr>Methodology</vt:lpstr>
      <vt:lpstr>System Architecture</vt:lpstr>
      <vt:lpstr>Functional requirements</vt:lpstr>
      <vt:lpstr>FUNCTIONAL REQUIREMENTS </vt:lpstr>
      <vt:lpstr>Non- Functional requirements</vt:lpstr>
      <vt:lpstr>NON-FUNCTIONAL REQUIREMENTS </vt:lpstr>
      <vt:lpstr>USE CASE DIAGRAM </vt:lpstr>
      <vt:lpstr>Results and Output</vt:lpstr>
      <vt:lpstr>Slide 16</vt:lpstr>
      <vt:lpstr>Slide 17</vt:lpstr>
      <vt:lpstr>Results and Discussion</vt:lpstr>
      <vt:lpstr>CONCLUSION &amp; FUTURE SCOPE</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AnuRaG</cp:lastModifiedBy>
  <cp:revision>146</cp:revision>
  <dcterms:created xsi:type="dcterms:W3CDTF">2013-07-15T20:26:40Z</dcterms:created>
  <dcterms:modified xsi:type="dcterms:W3CDTF">2026-05-08T05:25:55Z</dcterms:modified>
</cp:coreProperties>
</file>